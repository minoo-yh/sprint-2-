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Lexen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i3qaJHYtuWGnC8brX+/f3HGAAi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1958EF-A23F-48D7-8E5F-AF101CA9EFBA}">
  <a:tblStyle styleId="{391958EF-A23F-48D7-8E5F-AF101CA9EFB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exend-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exend-bold.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7c52ec178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7c52ec1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3cef24ab5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3cef24ab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3cef24ab5_1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3cef24ab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3cef24ab5_1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3cef24ab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7da640971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3c7da640971_2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3cef24ab5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393cef24ab5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3cef24ab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93cef24ab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3cef24ab5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93cef24ab5_0_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3cef24ab5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93cef24ab5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22bb4a7f2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c22bb4a7f2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7c52ec178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c7c52ec17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31b75bab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3931b75bab3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3c183cece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3c183cec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 name="Shape 12"/>
        <p:cNvGrpSpPr/>
        <p:nvPr/>
      </p:nvGrpSpPr>
      <p:grpSpPr>
        <a:xfrm>
          <a:off x="0" y="0"/>
          <a:ext cx="0" cy="0"/>
          <a:chOff x="0" y="0"/>
          <a:chExt cx="0" cy="0"/>
        </a:xfrm>
      </p:grpSpPr>
      <p:sp>
        <p:nvSpPr>
          <p:cNvPr id="13" name="Google Shape;13;p14"/>
          <p:cNvSpPr/>
          <p:nvPr/>
        </p:nvSpPr>
        <p:spPr>
          <a:xfrm>
            <a:off x="0" y="-1"/>
            <a:ext cx="9144000" cy="3429000"/>
          </a:xfrm>
          <a:prstGeom prst="rect">
            <a:avLst/>
          </a:prstGeom>
          <a:gradFill>
            <a:gsLst>
              <a:gs pos="0">
                <a:srgbClr val="00A63E"/>
              </a:gs>
              <a:gs pos="100000">
                <a:srgbClr val="36415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4"/>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4"/>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4"/>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pic>
        <p:nvPicPr>
          <p:cNvPr id="17" name="Google Shape;17;p14" title="path1.png"/>
          <p:cNvPicPr preferRelativeResize="0"/>
          <p:nvPr/>
        </p:nvPicPr>
        <p:blipFill rotWithShape="1">
          <a:blip r:embed="rId2">
            <a:alphaModFix/>
          </a:blip>
          <a:srcRect b="0" l="0" r="0" t="0"/>
          <a:stretch/>
        </p:blipFill>
        <p:spPr>
          <a:xfrm>
            <a:off x="4867668" y="571500"/>
            <a:ext cx="3840969" cy="3491504"/>
          </a:xfrm>
          <a:prstGeom prst="rect">
            <a:avLst/>
          </a:prstGeom>
          <a:noFill/>
          <a:ln>
            <a:noFill/>
          </a:ln>
        </p:spPr>
      </p:pic>
      <p:sp>
        <p:nvSpPr>
          <p:cNvPr id="18" name="Google Shape;18;p14"/>
          <p:cNvSpPr txBox="1"/>
          <p:nvPr>
            <p:ph type="ctrTitle"/>
          </p:nvPr>
        </p:nvSpPr>
        <p:spPr>
          <a:xfrm>
            <a:off x="342900" y="3720103"/>
            <a:ext cx="5829300" cy="109740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191919"/>
              </a:buClr>
              <a:buSzPts val="4400"/>
              <a:buNone/>
              <a:defRPr b="1" sz="4400"/>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19" name="Google Shape;19;p14"/>
          <p:cNvSpPr txBox="1"/>
          <p:nvPr>
            <p:ph idx="1" type="subTitle"/>
          </p:nvPr>
        </p:nvSpPr>
        <p:spPr>
          <a:xfrm>
            <a:off x="6457950" y="3720103"/>
            <a:ext cx="2400300" cy="1097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600"/>
              <a:buNone/>
              <a:defRPr sz="1600">
                <a:solidFill>
                  <a:srgbClr val="191919"/>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p:txBody>
      </p:sp>
      <p:cxnSp>
        <p:nvCxnSpPr>
          <p:cNvPr id="20" name="Google Shape;20;p14"/>
          <p:cNvCxnSpPr/>
          <p:nvPr/>
        </p:nvCxnSpPr>
        <p:spPr>
          <a:xfrm rot="10800000">
            <a:off x="6290132" y="3948080"/>
            <a:ext cx="0" cy="685800"/>
          </a:xfrm>
          <a:prstGeom prst="straightConnector1">
            <a:avLst/>
          </a:prstGeom>
          <a:noFill/>
          <a:ln cap="flat" cmpd="sng" w="19050">
            <a:solidFill>
              <a:srgbClr val="00A63E"/>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pic>
        <p:nvPicPr>
          <p:cNvPr id="22" name="Google Shape;22;p15" title="logo - Copy.png"/>
          <p:cNvPicPr preferRelativeResize="0"/>
          <p:nvPr/>
        </p:nvPicPr>
        <p:blipFill rotWithShape="1">
          <a:blip r:embed="rId2">
            <a:alphaModFix/>
          </a:blip>
          <a:srcRect b="0" l="0" r="0" t="0"/>
          <a:stretch/>
        </p:blipFill>
        <p:spPr>
          <a:xfrm>
            <a:off x="5376250" y="927281"/>
            <a:ext cx="3797364" cy="4216220"/>
          </a:xfrm>
          <a:prstGeom prst="rect">
            <a:avLst/>
          </a:prstGeom>
          <a:noFill/>
          <a:ln>
            <a:noFill/>
          </a:ln>
        </p:spPr>
      </p:pic>
      <p:sp>
        <p:nvSpPr>
          <p:cNvPr id="23" name="Google Shape;23;p15"/>
          <p:cNvSpPr txBox="1"/>
          <p:nvPr>
            <p:ph type="title"/>
          </p:nvPr>
        </p:nvSpPr>
        <p:spPr>
          <a:xfrm>
            <a:off x="768100" y="438900"/>
            <a:ext cx="7359900" cy="1124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191919"/>
              </a:buClr>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24" name="Google Shape;24;p15"/>
          <p:cNvSpPr txBox="1"/>
          <p:nvPr>
            <p:ph idx="1" type="body"/>
          </p:nvPr>
        </p:nvSpPr>
        <p:spPr>
          <a:xfrm>
            <a:off x="768101" y="1714492"/>
            <a:ext cx="7359900" cy="30174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Clr>
                <a:srgbClr val="00A63E"/>
              </a:buClr>
              <a:buSzPts val="1800"/>
              <a:buChar char="?"/>
              <a:defRPr/>
            </a:lvl2pPr>
            <a:lvl3pPr indent="-342900" lvl="2" marL="1371600" algn="l">
              <a:lnSpc>
                <a:spcPct val="90000"/>
              </a:lnSpc>
              <a:spcBef>
                <a:spcPts val="400"/>
              </a:spcBef>
              <a:spcAft>
                <a:spcPts val="0"/>
              </a:spcAft>
              <a:buClr>
                <a:srgbClr val="00A63E"/>
              </a:buClr>
              <a:buSzPts val="1800"/>
              <a:buChar char="?"/>
              <a:defRPr/>
            </a:lvl3pPr>
            <a:lvl4pPr indent="-342900" lvl="3" marL="1828800" algn="l">
              <a:lnSpc>
                <a:spcPct val="90000"/>
              </a:lnSpc>
              <a:spcBef>
                <a:spcPts val="400"/>
              </a:spcBef>
              <a:spcAft>
                <a:spcPts val="0"/>
              </a:spcAft>
              <a:buClr>
                <a:srgbClr val="00A63E"/>
              </a:buClr>
              <a:buSzPts val="1800"/>
              <a:buChar char="?"/>
              <a:defRPr/>
            </a:lvl4pPr>
            <a:lvl5pPr indent="-342900" lvl="4" marL="2286000" algn="l">
              <a:lnSpc>
                <a:spcPct val="90000"/>
              </a:lnSpc>
              <a:spcBef>
                <a:spcPts val="400"/>
              </a:spcBef>
              <a:spcAft>
                <a:spcPts val="0"/>
              </a:spcAft>
              <a:buClr>
                <a:srgbClr val="00A63E"/>
              </a:buClr>
              <a:buSzPts val="1800"/>
              <a:buChar char="?"/>
              <a:defRPr/>
            </a:lvl5pPr>
            <a:lvl6pPr indent="-342900" lvl="5" marL="2743200" algn="l">
              <a:lnSpc>
                <a:spcPct val="90000"/>
              </a:lnSpc>
              <a:spcBef>
                <a:spcPts val="400"/>
              </a:spcBef>
              <a:spcAft>
                <a:spcPts val="0"/>
              </a:spcAft>
              <a:buClr>
                <a:srgbClr val="00A63E"/>
              </a:buClr>
              <a:buSzPts val="1800"/>
              <a:buChar char="?"/>
              <a:defRPr/>
            </a:lvl6pPr>
            <a:lvl7pPr indent="-342900" lvl="6" marL="3200400" algn="l">
              <a:lnSpc>
                <a:spcPct val="90000"/>
              </a:lnSpc>
              <a:spcBef>
                <a:spcPts val="400"/>
              </a:spcBef>
              <a:spcAft>
                <a:spcPts val="0"/>
              </a:spcAft>
              <a:buClr>
                <a:srgbClr val="00A63E"/>
              </a:buClr>
              <a:buSzPts val="1800"/>
              <a:buChar char="?"/>
              <a:defRPr/>
            </a:lvl7pPr>
            <a:lvl8pPr indent="-342900" lvl="7" marL="3657600" algn="l">
              <a:lnSpc>
                <a:spcPct val="90000"/>
              </a:lnSpc>
              <a:spcBef>
                <a:spcPts val="400"/>
              </a:spcBef>
              <a:spcAft>
                <a:spcPts val="0"/>
              </a:spcAft>
              <a:buClr>
                <a:srgbClr val="00A63E"/>
              </a:buClr>
              <a:buSzPts val="1800"/>
              <a:buChar char="?"/>
              <a:defRPr/>
            </a:lvl8pPr>
            <a:lvl9pPr indent="-342900" lvl="8" marL="4114800" algn="l">
              <a:lnSpc>
                <a:spcPct val="90000"/>
              </a:lnSpc>
              <a:spcBef>
                <a:spcPts val="400"/>
              </a:spcBef>
              <a:spcAft>
                <a:spcPts val="400"/>
              </a:spcAft>
              <a:buClr>
                <a:srgbClr val="00A63E"/>
              </a:buClr>
              <a:buSzPts val="1800"/>
              <a:buChar char="?"/>
              <a:defRPr/>
            </a:lvl9pPr>
          </a:lstStyle>
          <a:p/>
        </p:txBody>
      </p:sp>
      <p:sp>
        <p:nvSpPr>
          <p:cNvPr id="25" name="Google Shape;25;p15"/>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 name="Shape 28"/>
        <p:cNvGrpSpPr/>
        <p:nvPr/>
      </p:nvGrpSpPr>
      <p:grpSpPr>
        <a:xfrm>
          <a:off x="0" y="0"/>
          <a:ext cx="0" cy="0"/>
          <a:chOff x="0" y="0"/>
          <a:chExt cx="0" cy="0"/>
        </a:xfrm>
      </p:grpSpPr>
      <p:pic>
        <p:nvPicPr>
          <p:cNvPr id="29" name="Google Shape;29;p21" title="logo - Copy.png"/>
          <p:cNvPicPr preferRelativeResize="0"/>
          <p:nvPr/>
        </p:nvPicPr>
        <p:blipFill rotWithShape="1">
          <a:blip r:embed="rId2">
            <a:alphaModFix amt="18000"/>
          </a:blip>
          <a:srcRect b="0" l="0" r="0" t="0"/>
          <a:stretch/>
        </p:blipFill>
        <p:spPr>
          <a:xfrm>
            <a:off x="5376250" y="927281"/>
            <a:ext cx="3797364" cy="4216220"/>
          </a:xfrm>
          <a:prstGeom prst="rect">
            <a:avLst/>
          </a:prstGeom>
          <a:noFill/>
          <a:ln>
            <a:noFill/>
          </a:ln>
        </p:spPr>
      </p:pic>
      <p:sp>
        <p:nvSpPr>
          <p:cNvPr id="30" name="Google Shape;30;p21"/>
          <p:cNvSpPr txBox="1"/>
          <p:nvPr>
            <p:ph type="title"/>
          </p:nvPr>
        </p:nvSpPr>
        <p:spPr>
          <a:xfrm>
            <a:off x="768096" y="353632"/>
            <a:ext cx="3291900" cy="130290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191919"/>
              </a:buClr>
              <a:buSzPts val="3600"/>
              <a:buNone/>
              <a:defRPr b="1" sz="3600"/>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31" name="Google Shape;31;p21"/>
          <p:cNvSpPr txBox="1"/>
          <p:nvPr>
            <p:ph idx="1" type="body"/>
          </p:nvPr>
        </p:nvSpPr>
        <p:spPr>
          <a:xfrm>
            <a:off x="4286250" y="617220"/>
            <a:ext cx="4258800" cy="3888600"/>
          </a:xfrm>
          <a:prstGeom prst="rect">
            <a:avLst/>
          </a:prstGeom>
          <a:noFill/>
          <a:ln>
            <a:noFill/>
          </a:ln>
        </p:spPr>
        <p:txBody>
          <a:bodyPr anchorCtr="0" anchor="t" bIns="45700" lIns="45700" spcFirstLastPara="1" rIns="45700" wrap="square" tIns="45700">
            <a:normAutofit/>
          </a:bodyPr>
          <a:lstStyle>
            <a:lvl1pPr indent="-355600" lvl="0" marL="457200" algn="l">
              <a:lnSpc>
                <a:spcPct val="90000"/>
              </a:lnSpc>
              <a:spcBef>
                <a:spcPts val="1200"/>
              </a:spcBef>
              <a:spcAft>
                <a:spcPts val="0"/>
              </a:spcAft>
              <a:buSzPts val="2000"/>
              <a:buChar char=" "/>
              <a:defRPr sz="2000"/>
            </a:lvl1pPr>
            <a:lvl2pPr indent="-330200" lvl="1" marL="914400" algn="l">
              <a:lnSpc>
                <a:spcPct val="90000"/>
              </a:lnSpc>
              <a:spcBef>
                <a:spcPts val="200"/>
              </a:spcBef>
              <a:spcAft>
                <a:spcPts val="0"/>
              </a:spcAft>
              <a:buSzPts val="1600"/>
              <a:buChar char="?"/>
              <a:defRPr sz="16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400"/>
              </a:spcAft>
              <a:buSzPts val="1200"/>
              <a:buChar char="?"/>
              <a:defRPr sz="1200"/>
            </a:lvl9pPr>
          </a:lstStyle>
          <a:p/>
        </p:txBody>
      </p:sp>
      <p:sp>
        <p:nvSpPr>
          <p:cNvPr id="32" name="Google Shape;32;p21"/>
          <p:cNvSpPr txBox="1"/>
          <p:nvPr>
            <p:ph idx="2" type="body"/>
          </p:nvPr>
        </p:nvSpPr>
        <p:spPr>
          <a:xfrm>
            <a:off x="768096" y="1693129"/>
            <a:ext cx="3291900" cy="2821800"/>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33" name="Google Shape;33;p21"/>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pic>
        <p:nvPicPr>
          <p:cNvPr id="37" name="Google Shape;37;p16" title="logo - Copy.png"/>
          <p:cNvPicPr preferRelativeResize="0"/>
          <p:nvPr/>
        </p:nvPicPr>
        <p:blipFill rotWithShape="1">
          <a:blip r:embed="rId2">
            <a:alphaModFix/>
          </a:blip>
          <a:srcRect b="0" l="0" r="0" t="0"/>
          <a:stretch/>
        </p:blipFill>
        <p:spPr>
          <a:xfrm>
            <a:off x="5369482" y="927281"/>
            <a:ext cx="3797364" cy="4216220"/>
          </a:xfrm>
          <a:prstGeom prst="rect">
            <a:avLst/>
          </a:prstGeom>
          <a:noFill/>
          <a:ln>
            <a:noFill/>
          </a:ln>
        </p:spPr>
      </p:pic>
      <p:sp>
        <p:nvSpPr>
          <p:cNvPr id="38" name="Google Shape;38;p16"/>
          <p:cNvSpPr txBox="1"/>
          <p:nvPr>
            <p:ph type="title"/>
          </p:nvPr>
        </p:nvSpPr>
        <p:spPr>
          <a:xfrm>
            <a:off x="768096" y="438912"/>
            <a:ext cx="7290000" cy="1124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191919"/>
              </a:buClr>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39" name="Google Shape;39;p16"/>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6"/>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6"/>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sp>
        <p:nvSpPr>
          <p:cNvPr id="43" name="Google Shape;43;p17"/>
          <p:cNvSpPr/>
          <p:nvPr/>
        </p:nvSpPr>
        <p:spPr>
          <a:xfrm>
            <a:off x="0" y="-1"/>
            <a:ext cx="9144000" cy="3429000"/>
          </a:xfrm>
          <a:prstGeom prst="rect">
            <a:avLst/>
          </a:prstGeom>
          <a:solidFill>
            <a:srgbClr val="00A6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 name="Google Shape;44;p17" title="path1.png"/>
          <p:cNvPicPr preferRelativeResize="0"/>
          <p:nvPr/>
        </p:nvPicPr>
        <p:blipFill rotWithShape="1">
          <a:blip r:embed="rId2">
            <a:alphaModFix/>
          </a:blip>
          <a:srcRect b="0" l="0" r="0" t="0"/>
          <a:stretch/>
        </p:blipFill>
        <p:spPr>
          <a:xfrm>
            <a:off x="4556100" y="571500"/>
            <a:ext cx="3840969" cy="3491504"/>
          </a:xfrm>
          <a:prstGeom prst="rect">
            <a:avLst/>
          </a:prstGeom>
          <a:noFill/>
          <a:ln>
            <a:noFill/>
          </a:ln>
        </p:spPr>
      </p:pic>
      <p:sp>
        <p:nvSpPr>
          <p:cNvPr id="45" name="Google Shape;45;p17"/>
          <p:cNvSpPr txBox="1"/>
          <p:nvPr>
            <p:ph type="title"/>
          </p:nvPr>
        </p:nvSpPr>
        <p:spPr>
          <a:xfrm>
            <a:off x="342900" y="3720103"/>
            <a:ext cx="5829300" cy="109740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191919"/>
              </a:buClr>
              <a:buSzPts val="4400"/>
              <a:buNone/>
              <a:defRPr b="1" sz="4400"/>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46" name="Google Shape;46;p17"/>
          <p:cNvSpPr txBox="1"/>
          <p:nvPr>
            <p:ph idx="1" type="body"/>
          </p:nvPr>
        </p:nvSpPr>
        <p:spPr>
          <a:xfrm>
            <a:off x="6457950" y="3720103"/>
            <a:ext cx="2400300" cy="1097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191919"/>
                </a:solidFill>
              </a:defRPr>
            </a:lvl1pPr>
            <a:lvl2pPr indent="-228600" lvl="1" marL="914400" algn="l">
              <a:lnSpc>
                <a:spcPct val="90000"/>
              </a:lnSpc>
              <a:spcBef>
                <a:spcPts val="200"/>
              </a:spcBef>
              <a:spcAft>
                <a:spcPts val="0"/>
              </a:spcAft>
              <a:buSzPts val="1600"/>
              <a:buNone/>
              <a:defRPr sz="16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7" name="Google Shape;47;p17"/>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50" name="Google Shape;50;p17"/>
          <p:cNvCxnSpPr/>
          <p:nvPr/>
        </p:nvCxnSpPr>
        <p:spPr>
          <a:xfrm rot="10800000">
            <a:off x="6290132" y="3948080"/>
            <a:ext cx="0" cy="685800"/>
          </a:xfrm>
          <a:prstGeom prst="straightConnector1">
            <a:avLst/>
          </a:prstGeom>
          <a:noFill/>
          <a:ln cap="flat" cmpd="sng" w="19050">
            <a:solidFill>
              <a:srgbClr val="00A63E"/>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pic>
        <p:nvPicPr>
          <p:cNvPr id="52" name="Google Shape;52;p18" title="logo - Copy.png"/>
          <p:cNvPicPr preferRelativeResize="0"/>
          <p:nvPr/>
        </p:nvPicPr>
        <p:blipFill rotWithShape="1">
          <a:blip r:embed="rId2">
            <a:alphaModFix amt="18000"/>
          </a:blip>
          <a:srcRect b="0" l="0" r="0" t="0"/>
          <a:stretch/>
        </p:blipFill>
        <p:spPr>
          <a:xfrm>
            <a:off x="5376250" y="927281"/>
            <a:ext cx="3797364" cy="4216220"/>
          </a:xfrm>
          <a:prstGeom prst="rect">
            <a:avLst/>
          </a:prstGeom>
          <a:noFill/>
          <a:ln>
            <a:noFill/>
          </a:ln>
        </p:spPr>
      </p:pic>
      <p:sp>
        <p:nvSpPr>
          <p:cNvPr id="53" name="Google Shape;53;p18"/>
          <p:cNvSpPr txBox="1"/>
          <p:nvPr>
            <p:ph type="title"/>
          </p:nvPr>
        </p:nvSpPr>
        <p:spPr>
          <a:xfrm>
            <a:off x="768100" y="438900"/>
            <a:ext cx="7359900" cy="1124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191919"/>
              </a:buClr>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54" name="Google Shape;54;p18"/>
          <p:cNvSpPr txBox="1"/>
          <p:nvPr>
            <p:ph idx="1" type="body"/>
          </p:nvPr>
        </p:nvSpPr>
        <p:spPr>
          <a:xfrm>
            <a:off x="768100" y="1714492"/>
            <a:ext cx="3600300" cy="30174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18"/>
          <p:cNvSpPr txBox="1"/>
          <p:nvPr>
            <p:ph idx="2" type="body"/>
          </p:nvPr>
        </p:nvSpPr>
        <p:spPr>
          <a:xfrm>
            <a:off x="4527701" y="1714492"/>
            <a:ext cx="3600300" cy="30174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18"/>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8"/>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pic>
        <p:nvPicPr>
          <p:cNvPr id="60" name="Google Shape;60;p19" title="logo - Copy.png"/>
          <p:cNvPicPr preferRelativeResize="0"/>
          <p:nvPr/>
        </p:nvPicPr>
        <p:blipFill rotWithShape="1">
          <a:blip r:embed="rId2">
            <a:alphaModFix amt="18000"/>
          </a:blip>
          <a:srcRect b="0" l="0" r="0" t="0"/>
          <a:stretch/>
        </p:blipFill>
        <p:spPr>
          <a:xfrm>
            <a:off x="5376250" y="927281"/>
            <a:ext cx="3797364" cy="4216220"/>
          </a:xfrm>
          <a:prstGeom prst="rect">
            <a:avLst/>
          </a:prstGeom>
          <a:noFill/>
          <a:ln>
            <a:noFill/>
          </a:ln>
        </p:spPr>
      </p:pic>
      <p:sp>
        <p:nvSpPr>
          <p:cNvPr id="61" name="Google Shape;61;p19"/>
          <p:cNvSpPr txBox="1"/>
          <p:nvPr>
            <p:ph type="title"/>
          </p:nvPr>
        </p:nvSpPr>
        <p:spPr>
          <a:xfrm>
            <a:off x="768096" y="438912"/>
            <a:ext cx="7290000" cy="1124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191919"/>
              </a:buClr>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62" name="Google Shape;62;p19"/>
          <p:cNvSpPr txBox="1"/>
          <p:nvPr>
            <p:ph idx="1" type="body"/>
          </p:nvPr>
        </p:nvSpPr>
        <p:spPr>
          <a:xfrm>
            <a:off x="768096" y="1634727"/>
            <a:ext cx="3566100" cy="61710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rgbClr val="678A26"/>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3" name="Google Shape;63;p19"/>
          <p:cNvSpPr txBox="1"/>
          <p:nvPr>
            <p:ph idx="2" type="body"/>
          </p:nvPr>
        </p:nvSpPr>
        <p:spPr>
          <a:xfrm>
            <a:off x="768096" y="2225841"/>
            <a:ext cx="3566100" cy="25062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4" name="Google Shape;64;p19"/>
          <p:cNvSpPr txBox="1"/>
          <p:nvPr>
            <p:ph idx="3" type="body"/>
          </p:nvPr>
        </p:nvSpPr>
        <p:spPr>
          <a:xfrm>
            <a:off x="4491990" y="1634727"/>
            <a:ext cx="3566100" cy="61710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rgbClr val="678A26"/>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5" name="Google Shape;65;p19"/>
          <p:cNvSpPr txBox="1"/>
          <p:nvPr>
            <p:ph idx="4" type="body"/>
          </p:nvPr>
        </p:nvSpPr>
        <p:spPr>
          <a:xfrm>
            <a:off x="4491990" y="2225841"/>
            <a:ext cx="3566100" cy="25062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6" name="Google Shape;66;p19"/>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9"/>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9" name="Shape 69"/>
        <p:cNvGrpSpPr/>
        <p:nvPr/>
      </p:nvGrpSpPr>
      <p:grpSpPr>
        <a:xfrm>
          <a:off x="0" y="0"/>
          <a:ext cx="0" cy="0"/>
          <a:chOff x="0" y="0"/>
          <a:chExt cx="0" cy="0"/>
        </a:xfrm>
      </p:grpSpPr>
      <p:pic>
        <p:nvPicPr>
          <p:cNvPr id="70" name="Google Shape;70;p20" title="logo - Copy.png"/>
          <p:cNvPicPr preferRelativeResize="0"/>
          <p:nvPr/>
        </p:nvPicPr>
        <p:blipFill rotWithShape="1">
          <a:blip r:embed="rId2">
            <a:alphaModFix/>
          </a:blip>
          <a:srcRect b="0" l="0" r="0" t="0"/>
          <a:stretch/>
        </p:blipFill>
        <p:spPr>
          <a:xfrm>
            <a:off x="5376250" y="927281"/>
            <a:ext cx="3797364" cy="4216220"/>
          </a:xfrm>
          <a:prstGeom prst="rect">
            <a:avLst/>
          </a:prstGeom>
          <a:noFill/>
          <a:ln>
            <a:noFill/>
          </a:ln>
        </p:spPr>
      </p:pic>
      <p:sp>
        <p:nvSpPr>
          <p:cNvPr id="71" name="Google Shape;71;p20"/>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22"/>
          <p:cNvSpPr txBox="1"/>
          <p:nvPr>
            <p:ph type="title"/>
          </p:nvPr>
        </p:nvSpPr>
        <p:spPr>
          <a:xfrm>
            <a:off x="342900" y="3720104"/>
            <a:ext cx="5829300" cy="109740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191919"/>
              </a:buClr>
              <a:buSzPts val="4400"/>
              <a:buNone/>
              <a:defRPr b="1" sz="4400"/>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76" name="Google Shape;76;p22"/>
          <p:cNvSpPr/>
          <p:nvPr>
            <p:ph idx="2" type="pic"/>
          </p:nvPr>
        </p:nvSpPr>
        <p:spPr>
          <a:xfrm>
            <a:off x="0" y="-1"/>
            <a:ext cx="9141600" cy="3429000"/>
          </a:xfrm>
          <a:prstGeom prst="rect">
            <a:avLst/>
          </a:prstGeom>
          <a:solidFill>
            <a:srgbClr val="BADB7C"/>
          </a:solidFill>
          <a:ln>
            <a:noFill/>
          </a:ln>
        </p:spPr>
      </p:sp>
      <p:sp>
        <p:nvSpPr>
          <p:cNvPr id="77" name="Google Shape;77;p22"/>
          <p:cNvSpPr txBox="1"/>
          <p:nvPr>
            <p:ph idx="1" type="body"/>
          </p:nvPr>
        </p:nvSpPr>
        <p:spPr>
          <a:xfrm>
            <a:off x="6457950" y="3720104"/>
            <a:ext cx="2400300" cy="1097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191919"/>
                </a:solidFill>
              </a:defRPr>
            </a:lvl1pPr>
            <a:lvl2pPr indent="-228600" lvl="1" marL="914400" algn="l">
              <a:lnSpc>
                <a:spcPct val="90000"/>
              </a:lnSpc>
              <a:spcBef>
                <a:spcPts val="200"/>
              </a:spcBef>
              <a:spcAft>
                <a:spcPts val="0"/>
              </a:spcAft>
              <a:buSzPts val="1050"/>
              <a:buNone/>
              <a:defRPr sz="1050"/>
            </a:lvl2pPr>
            <a:lvl3pPr indent="-228600" lvl="2" marL="1371600" algn="l">
              <a:lnSpc>
                <a:spcPct val="90000"/>
              </a:lnSpc>
              <a:spcBef>
                <a:spcPts val="400"/>
              </a:spcBef>
              <a:spcAft>
                <a:spcPts val="0"/>
              </a:spcAft>
              <a:buSzPts val="900"/>
              <a:buNone/>
              <a:defRPr sz="900"/>
            </a:lvl3pPr>
            <a:lvl4pPr indent="-228600" lvl="3" marL="1828800" algn="l">
              <a:lnSpc>
                <a:spcPct val="90000"/>
              </a:lnSpc>
              <a:spcBef>
                <a:spcPts val="400"/>
              </a:spcBef>
              <a:spcAft>
                <a:spcPts val="0"/>
              </a:spcAft>
              <a:buSzPts val="750"/>
              <a:buNone/>
              <a:defRPr sz="750"/>
            </a:lvl4pPr>
            <a:lvl5pPr indent="-228600" lvl="4" marL="2286000" algn="l">
              <a:lnSpc>
                <a:spcPct val="90000"/>
              </a:lnSpc>
              <a:spcBef>
                <a:spcPts val="400"/>
              </a:spcBef>
              <a:spcAft>
                <a:spcPts val="0"/>
              </a:spcAft>
              <a:buSzPts val="750"/>
              <a:buNone/>
              <a:defRPr sz="750"/>
            </a:lvl5pPr>
            <a:lvl6pPr indent="-228600" lvl="5" marL="2743200" algn="l">
              <a:lnSpc>
                <a:spcPct val="90000"/>
              </a:lnSpc>
              <a:spcBef>
                <a:spcPts val="400"/>
              </a:spcBef>
              <a:spcAft>
                <a:spcPts val="0"/>
              </a:spcAft>
              <a:buSzPts val="750"/>
              <a:buNone/>
              <a:defRPr sz="750"/>
            </a:lvl6pPr>
            <a:lvl7pPr indent="-228600" lvl="6" marL="3200400" algn="l">
              <a:lnSpc>
                <a:spcPct val="90000"/>
              </a:lnSpc>
              <a:spcBef>
                <a:spcPts val="400"/>
              </a:spcBef>
              <a:spcAft>
                <a:spcPts val="0"/>
              </a:spcAft>
              <a:buSzPts val="750"/>
              <a:buNone/>
              <a:defRPr sz="750"/>
            </a:lvl7pPr>
            <a:lvl8pPr indent="-228600" lvl="7" marL="3657600" algn="l">
              <a:lnSpc>
                <a:spcPct val="90000"/>
              </a:lnSpc>
              <a:spcBef>
                <a:spcPts val="400"/>
              </a:spcBef>
              <a:spcAft>
                <a:spcPts val="0"/>
              </a:spcAft>
              <a:buSzPts val="750"/>
              <a:buNone/>
              <a:defRPr sz="750"/>
            </a:lvl8pPr>
            <a:lvl9pPr indent="-228600" lvl="8" marL="4114800" algn="l">
              <a:lnSpc>
                <a:spcPct val="90000"/>
              </a:lnSpc>
              <a:spcBef>
                <a:spcPts val="400"/>
              </a:spcBef>
              <a:spcAft>
                <a:spcPts val="400"/>
              </a:spcAft>
              <a:buSzPts val="750"/>
              <a:buNone/>
              <a:defRPr sz="750"/>
            </a:lvl9pPr>
          </a:lstStyle>
          <a:p/>
        </p:txBody>
      </p:sp>
      <p:sp>
        <p:nvSpPr>
          <p:cNvPr id="78" name="Google Shape;78;p22"/>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81" name="Google Shape;81;p22"/>
          <p:cNvCxnSpPr/>
          <p:nvPr/>
        </p:nvCxnSpPr>
        <p:spPr>
          <a:xfrm rot="10800000">
            <a:off x="6290132" y="3948080"/>
            <a:ext cx="0" cy="685800"/>
          </a:xfrm>
          <a:prstGeom prst="straightConnector1">
            <a:avLst/>
          </a:prstGeom>
          <a:noFill/>
          <a:ln cap="flat" cmpd="sng" w="19050">
            <a:solidFill>
              <a:schemeClr val="accent2"/>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pic>
        <p:nvPicPr>
          <p:cNvPr id="83" name="Google Shape;83;p23" title="logo - Copy.png"/>
          <p:cNvPicPr preferRelativeResize="0"/>
          <p:nvPr/>
        </p:nvPicPr>
        <p:blipFill rotWithShape="1">
          <a:blip r:embed="rId2">
            <a:alphaModFix amt="18000"/>
          </a:blip>
          <a:srcRect b="0" l="0" r="0" t="0"/>
          <a:stretch/>
        </p:blipFill>
        <p:spPr>
          <a:xfrm>
            <a:off x="5376250" y="927281"/>
            <a:ext cx="3797364" cy="4216220"/>
          </a:xfrm>
          <a:prstGeom prst="rect">
            <a:avLst/>
          </a:prstGeom>
          <a:noFill/>
          <a:ln>
            <a:noFill/>
          </a:ln>
        </p:spPr>
      </p:pic>
      <p:sp>
        <p:nvSpPr>
          <p:cNvPr id="84" name="Google Shape;84;p23"/>
          <p:cNvSpPr txBox="1"/>
          <p:nvPr>
            <p:ph type="title"/>
          </p:nvPr>
        </p:nvSpPr>
        <p:spPr>
          <a:xfrm>
            <a:off x="768096" y="438912"/>
            <a:ext cx="7290000" cy="1124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191919"/>
              </a:buClr>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85" name="Google Shape;85;p23"/>
          <p:cNvSpPr txBox="1"/>
          <p:nvPr>
            <p:ph idx="1" type="body"/>
          </p:nvPr>
        </p:nvSpPr>
        <p:spPr>
          <a:xfrm rot="5400000">
            <a:off x="2904452" y="-421800"/>
            <a:ext cx="3017400" cy="72900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23"/>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3"/>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3"/>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pic>
        <p:nvPicPr>
          <p:cNvPr id="90" name="Google Shape;90;p24" title="logo - Copy.png"/>
          <p:cNvPicPr preferRelativeResize="0"/>
          <p:nvPr/>
        </p:nvPicPr>
        <p:blipFill rotWithShape="1">
          <a:blip r:embed="rId2">
            <a:alphaModFix amt="18000"/>
          </a:blip>
          <a:srcRect b="0" l="0" r="0" t="0"/>
          <a:stretch/>
        </p:blipFill>
        <p:spPr>
          <a:xfrm>
            <a:off x="5376250" y="927281"/>
            <a:ext cx="3797364" cy="4216220"/>
          </a:xfrm>
          <a:prstGeom prst="rect">
            <a:avLst/>
          </a:prstGeom>
          <a:noFill/>
          <a:ln>
            <a:noFill/>
          </a:ln>
        </p:spPr>
      </p:pic>
      <p:sp>
        <p:nvSpPr>
          <p:cNvPr id="91" name="Google Shape;91;p24"/>
          <p:cNvSpPr txBox="1"/>
          <p:nvPr>
            <p:ph type="title"/>
          </p:nvPr>
        </p:nvSpPr>
        <p:spPr>
          <a:xfrm rot="5400000">
            <a:off x="5500651" y="1614600"/>
            <a:ext cx="4057800" cy="19716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191919"/>
              </a:buClr>
              <a:buSzPts val="1800"/>
              <a:buNone/>
              <a:defRPr b="1"/>
            </a:lvl1pPr>
            <a:lvl2pPr lvl="1" algn="l">
              <a:lnSpc>
                <a:spcPct val="100000"/>
              </a:lnSpc>
              <a:spcBef>
                <a:spcPts val="0"/>
              </a:spcBef>
              <a:spcAft>
                <a:spcPts val="0"/>
              </a:spcAft>
              <a:buSzPts val="1400"/>
              <a:buNone/>
              <a:defRPr b="1"/>
            </a:lvl2pPr>
            <a:lvl3pPr lvl="2" algn="l">
              <a:lnSpc>
                <a:spcPct val="100000"/>
              </a:lnSpc>
              <a:spcBef>
                <a:spcPts val="0"/>
              </a:spcBef>
              <a:spcAft>
                <a:spcPts val="0"/>
              </a:spcAft>
              <a:buSzPts val="1400"/>
              <a:buNone/>
              <a:defRPr b="1"/>
            </a:lvl3pPr>
            <a:lvl4pPr lvl="3" algn="l">
              <a:lnSpc>
                <a:spcPct val="100000"/>
              </a:lnSpc>
              <a:spcBef>
                <a:spcPts val="0"/>
              </a:spcBef>
              <a:spcAft>
                <a:spcPts val="0"/>
              </a:spcAft>
              <a:buSzPts val="1400"/>
              <a:buNone/>
              <a:defRPr b="1"/>
            </a:lvl4pPr>
            <a:lvl5pPr lvl="4" algn="l">
              <a:lnSpc>
                <a:spcPct val="100000"/>
              </a:lnSpc>
              <a:spcBef>
                <a:spcPts val="0"/>
              </a:spcBef>
              <a:spcAft>
                <a:spcPts val="0"/>
              </a:spcAft>
              <a:buSzPts val="1400"/>
              <a:buNone/>
              <a:defRPr b="1"/>
            </a:lvl5pPr>
            <a:lvl6pPr lvl="5" algn="l">
              <a:lnSpc>
                <a:spcPct val="100000"/>
              </a:lnSpc>
              <a:spcBef>
                <a:spcPts val="0"/>
              </a:spcBef>
              <a:spcAft>
                <a:spcPts val="0"/>
              </a:spcAft>
              <a:buSzPts val="1400"/>
              <a:buNone/>
              <a:defRPr b="1"/>
            </a:lvl6pPr>
            <a:lvl7pPr lvl="6" algn="l">
              <a:lnSpc>
                <a:spcPct val="100000"/>
              </a:lnSpc>
              <a:spcBef>
                <a:spcPts val="0"/>
              </a:spcBef>
              <a:spcAft>
                <a:spcPts val="0"/>
              </a:spcAft>
              <a:buSzPts val="1400"/>
              <a:buNone/>
              <a:defRPr b="1"/>
            </a:lvl7pPr>
            <a:lvl8pPr lvl="7" algn="l">
              <a:lnSpc>
                <a:spcPct val="100000"/>
              </a:lnSpc>
              <a:spcBef>
                <a:spcPts val="0"/>
              </a:spcBef>
              <a:spcAft>
                <a:spcPts val="0"/>
              </a:spcAft>
              <a:buSzPts val="1400"/>
              <a:buNone/>
              <a:defRPr b="1"/>
            </a:lvl8pPr>
            <a:lvl9pPr lvl="8" algn="l">
              <a:lnSpc>
                <a:spcPct val="100000"/>
              </a:lnSpc>
              <a:spcBef>
                <a:spcPts val="0"/>
              </a:spcBef>
              <a:spcAft>
                <a:spcPts val="0"/>
              </a:spcAft>
              <a:buSzPts val="1400"/>
              <a:buNone/>
              <a:defRPr b="1"/>
            </a:lvl9pPr>
          </a:lstStyle>
          <a:p/>
        </p:txBody>
      </p:sp>
      <p:sp>
        <p:nvSpPr>
          <p:cNvPr id="92" name="Google Shape;92;p24"/>
          <p:cNvSpPr txBox="1"/>
          <p:nvPr>
            <p:ph idx="1" type="body"/>
          </p:nvPr>
        </p:nvSpPr>
        <p:spPr>
          <a:xfrm rot="5400000">
            <a:off x="1557227" y="-242850"/>
            <a:ext cx="4057800" cy="56865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3" name="Google Shape;93;p24"/>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4"/>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4"/>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96" name="Google Shape;96;p24"/>
          <p:cNvCxnSpPr/>
          <p:nvPr/>
        </p:nvCxnSpPr>
        <p:spPr>
          <a:xfrm rot="10800000">
            <a:off x="7543800" y="44447"/>
            <a:ext cx="0" cy="685800"/>
          </a:xfrm>
          <a:prstGeom prst="straightConnector1">
            <a:avLst/>
          </a:prstGeom>
          <a:noFill/>
          <a:ln cap="flat" cmpd="sng" w="19050">
            <a:solidFill>
              <a:schemeClr val="accen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768096" y="438912"/>
            <a:ext cx="7290000" cy="1124700"/>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191919"/>
              </a:buClr>
              <a:buSzPts val="4400"/>
              <a:buFont typeface="Lexend"/>
              <a:buNone/>
              <a:defRPr b="1" i="0" sz="4400" u="none" cap="none" strike="noStrike">
                <a:solidFill>
                  <a:srgbClr val="191919"/>
                </a:solidFill>
                <a:latin typeface="Lexend"/>
                <a:ea typeface="Lexend"/>
                <a:cs typeface="Lexend"/>
                <a:sym typeface="Lexend"/>
              </a:defRPr>
            </a:lvl1pPr>
            <a:lvl2pPr lvl="1"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2pPr>
            <a:lvl3pPr lvl="2"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3pPr>
            <a:lvl4pPr lvl="3"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4pPr>
            <a:lvl5pPr lvl="4"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5pPr>
            <a:lvl6pPr lvl="5"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6pPr>
            <a:lvl7pPr lvl="6"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7pPr>
            <a:lvl8pPr lvl="7"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8pPr>
            <a:lvl9pPr lvl="8" marR="0" rtl="0" algn="l">
              <a:lnSpc>
                <a:spcPct val="100000"/>
              </a:lnSpc>
              <a:spcBef>
                <a:spcPts val="0"/>
              </a:spcBef>
              <a:spcAft>
                <a:spcPts val="0"/>
              </a:spcAft>
              <a:buClr>
                <a:srgbClr val="000000"/>
              </a:buClr>
              <a:buSzPts val="1400"/>
              <a:buFont typeface="Lexend"/>
              <a:buNone/>
              <a:defRPr b="1" i="0" sz="1800" u="none" cap="none" strike="noStrike">
                <a:solidFill>
                  <a:srgbClr val="000000"/>
                </a:solidFill>
                <a:latin typeface="Lexend"/>
                <a:ea typeface="Lexend"/>
                <a:cs typeface="Lexend"/>
                <a:sym typeface="Lexend"/>
              </a:defRPr>
            </a:lvl9pPr>
          </a:lstStyle>
          <a:p/>
        </p:txBody>
      </p:sp>
      <p:sp>
        <p:nvSpPr>
          <p:cNvPr id="7" name="Google Shape;7;p13"/>
          <p:cNvSpPr txBox="1"/>
          <p:nvPr>
            <p:ph idx="1" type="body"/>
          </p:nvPr>
        </p:nvSpPr>
        <p:spPr>
          <a:xfrm>
            <a:off x="768097" y="1714500"/>
            <a:ext cx="7290000" cy="3017400"/>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115000"/>
              </a:lnSpc>
              <a:spcBef>
                <a:spcPts val="1200"/>
              </a:spcBef>
              <a:spcAft>
                <a:spcPts val="0"/>
              </a:spcAft>
              <a:buClr>
                <a:schemeClr val="accent2"/>
              </a:buClr>
              <a:buSzPts val="2000"/>
              <a:buFont typeface="Lexend"/>
              <a:buChar char=" "/>
              <a:defRPr b="0" i="0" sz="2000" u="none" cap="none" strike="noStrike">
                <a:solidFill>
                  <a:schemeClr val="dk1"/>
                </a:solidFill>
                <a:latin typeface="Lexend"/>
                <a:ea typeface="Lexend"/>
                <a:cs typeface="Lexend"/>
                <a:sym typeface="Lexend"/>
              </a:defRPr>
            </a:lvl1pPr>
            <a:lvl2pPr indent="-330200" lvl="1" marL="914400" marR="0" rtl="0" algn="l">
              <a:lnSpc>
                <a:spcPct val="115000"/>
              </a:lnSpc>
              <a:spcBef>
                <a:spcPts val="200"/>
              </a:spcBef>
              <a:spcAft>
                <a:spcPts val="0"/>
              </a:spcAft>
              <a:buClr>
                <a:schemeClr val="accent2"/>
              </a:buClr>
              <a:buSzPts val="1600"/>
              <a:buFont typeface="Lexend"/>
              <a:buChar char="🢝"/>
              <a:defRPr b="0" i="0" sz="1600" u="none" cap="none" strike="noStrike">
                <a:solidFill>
                  <a:schemeClr val="dk1"/>
                </a:solidFill>
                <a:latin typeface="Lexend"/>
                <a:ea typeface="Lexend"/>
                <a:cs typeface="Lexend"/>
                <a:sym typeface="Lexend"/>
              </a:defRPr>
            </a:lvl2pPr>
            <a:lvl3pPr indent="-304800" lvl="2" marL="1371600" marR="0" rtl="0" algn="l">
              <a:lnSpc>
                <a:spcPct val="115000"/>
              </a:lnSpc>
              <a:spcBef>
                <a:spcPts val="400"/>
              </a:spcBef>
              <a:spcAft>
                <a:spcPts val="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3pPr>
            <a:lvl4pPr indent="-304800" lvl="3" marL="1828800" marR="0" rtl="0" algn="l">
              <a:lnSpc>
                <a:spcPct val="115000"/>
              </a:lnSpc>
              <a:spcBef>
                <a:spcPts val="400"/>
              </a:spcBef>
              <a:spcAft>
                <a:spcPts val="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4pPr>
            <a:lvl5pPr indent="-304800" lvl="4" marL="2286000" marR="0" rtl="0" algn="l">
              <a:lnSpc>
                <a:spcPct val="115000"/>
              </a:lnSpc>
              <a:spcBef>
                <a:spcPts val="400"/>
              </a:spcBef>
              <a:spcAft>
                <a:spcPts val="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5pPr>
            <a:lvl6pPr indent="-304800" lvl="5" marL="2743200" marR="0" rtl="0" algn="l">
              <a:lnSpc>
                <a:spcPct val="115000"/>
              </a:lnSpc>
              <a:spcBef>
                <a:spcPts val="400"/>
              </a:spcBef>
              <a:spcAft>
                <a:spcPts val="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6pPr>
            <a:lvl7pPr indent="-304800" lvl="6" marL="3200400" marR="0" rtl="0" algn="l">
              <a:lnSpc>
                <a:spcPct val="115000"/>
              </a:lnSpc>
              <a:spcBef>
                <a:spcPts val="400"/>
              </a:spcBef>
              <a:spcAft>
                <a:spcPts val="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7pPr>
            <a:lvl8pPr indent="-304800" lvl="7" marL="3657600" marR="0" rtl="0" algn="l">
              <a:lnSpc>
                <a:spcPct val="115000"/>
              </a:lnSpc>
              <a:spcBef>
                <a:spcPts val="400"/>
              </a:spcBef>
              <a:spcAft>
                <a:spcPts val="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8pPr>
            <a:lvl9pPr indent="-304800" lvl="8" marL="4114800" marR="0" rtl="0" algn="l">
              <a:lnSpc>
                <a:spcPct val="115000"/>
              </a:lnSpc>
              <a:spcBef>
                <a:spcPts val="400"/>
              </a:spcBef>
              <a:spcAft>
                <a:spcPts val="400"/>
              </a:spcAft>
              <a:buClr>
                <a:schemeClr val="accent2"/>
              </a:buClr>
              <a:buSzPts val="1200"/>
              <a:buFont typeface="Lexend"/>
              <a:buChar char="🢝"/>
              <a:defRPr b="0" i="0" sz="1200" u="none" cap="none" strike="noStrike">
                <a:solidFill>
                  <a:schemeClr val="dk1"/>
                </a:solidFill>
                <a:latin typeface="Lexend"/>
                <a:ea typeface="Lexend"/>
                <a:cs typeface="Lexend"/>
                <a:sym typeface="Lexend"/>
              </a:defRPr>
            </a:lvl9pPr>
          </a:lstStyle>
          <a:p/>
        </p:txBody>
      </p:sp>
      <p:sp>
        <p:nvSpPr>
          <p:cNvPr id="8" name="Google Shape;8;p13"/>
          <p:cNvSpPr txBox="1"/>
          <p:nvPr>
            <p:ph idx="10" type="dt"/>
          </p:nvPr>
        </p:nvSpPr>
        <p:spPr>
          <a:xfrm>
            <a:off x="768098" y="4853028"/>
            <a:ext cx="1615500" cy="205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191919"/>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9" name="Google Shape;9;p13"/>
          <p:cNvSpPr txBox="1"/>
          <p:nvPr>
            <p:ph idx="11" type="ftr"/>
          </p:nvPr>
        </p:nvSpPr>
        <p:spPr>
          <a:xfrm>
            <a:off x="3632200" y="4853028"/>
            <a:ext cx="4426200" cy="2058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191919"/>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3"/>
          <p:cNvSpPr txBox="1"/>
          <p:nvPr>
            <p:ph idx="12" type="sldNum"/>
          </p:nvPr>
        </p:nvSpPr>
        <p:spPr>
          <a:xfrm>
            <a:off x="8128000" y="4853028"/>
            <a:ext cx="730200" cy="2058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191919"/>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11" name="Google Shape;11;p13"/>
          <p:cNvCxnSpPr/>
          <p:nvPr/>
        </p:nvCxnSpPr>
        <p:spPr>
          <a:xfrm rot="10800000">
            <a:off x="571500" y="619743"/>
            <a:ext cx="0" cy="685800"/>
          </a:xfrm>
          <a:prstGeom prst="straightConnector1">
            <a:avLst/>
          </a:prstGeom>
          <a:noFill/>
          <a:ln cap="flat" cmpd="sng" w="19050">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drive.google.com/file/d/1v1jLUpGdoPU3WOkWsZwzJsSRfqwSqL-d/view" TargetMode="Externa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drive.google.com/file/d/1BbgO35Dqv4iIgd-HY6jBppiLgHRrb2Bh/view"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drive.google.com/file/d/1-5rTHQcAEteIZJtGHqYYg1Yi-HKlTf6g/view"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drive.google.com/file/d/1K_TXg7h7xdaEM01uGsxVtM-jmv9oerQC/view" TargetMode="Externa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drive.google.com/file/d/1bRBD16Nq4ZEUk9DxK0ckyvVgEZrNtkqR/view" TargetMode="Externa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342900" y="3720103"/>
            <a:ext cx="5829300" cy="1097400"/>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rgbClr val="191919"/>
              </a:buClr>
              <a:buSzPts val="4400"/>
              <a:buFont typeface="Twentieth Century"/>
              <a:buNone/>
            </a:pPr>
            <a:r>
              <a:rPr lang="en-US"/>
              <a:t>HELPCONNECT</a:t>
            </a:r>
            <a:endParaRPr/>
          </a:p>
        </p:txBody>
      </p:sp>
      <p:sp>
        <p:nvSpPr>
          <p:cNvPr id="102" name="Google Shape;102;p1"/>
          <p:cNvSpPr txBox="1"/>
          <p:nvPr>
            <p:ph idx="1" type="subTitle"/>
          </p:nvPr>
        </p:nvSpPr>
        <p:spPr>
          <a:xfrm>
            <a:off x="6457950" y="3720103"/>
            <a:ext cx="2400300" cy="1097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600"/>
              <a:buNone/>
            </a:pPr>
            <a:r>
              <a:rPr lang="en-US"/>
              <a:t>Team 6</a:t>
            </a:r>
            <a:endParaRPr/>
          </a:p>
          <a:p>
            <a:pPr indent="0" lvl="0" marL="0" rtl="0" algn="l">
              <a:lnSpc>
                <a:spcPct val="100000"/>
              </a:lnSpc>
              <a:spcBef>
                <a:spcPts val="200"/>
              </a:spcBef>
              <a:spcAft>
                <a:spcPts val="0"/>
              </a:spcAft>
              <a:buSzPts val="1600"/>
              <a:buNone/>
            </a:pPr>
            <a:r>
              <a:rPr lang="en-US"/>
              <a:t>Date: 12.02.2026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768100" y="438900"/>
            <a:ext cx="75882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Sprint 1 Recap</a:t>
            </a:r>
            <a:endParaRPr/>
          </a:p>
        </p:txBody>
      </p:sp>
      <p:sp>
        <p:nvSpPr>
          <p:cNvPr id="108" name="Google Shape;108;p2"/>
          <p:cNvSpPr txBox="1"/>
          <p:nvPr>
            <p:ph idx="1" type="body"/>
          </p:nvPr>
        </p:nvSpPr>
        <p:spPr>
          <a:xfrm>
            <a:off x="768100" y="1638941"/>
            <a:ext cx="7516200" cy="2801700"/>
          </a:xfrm>
          <a:prstGeom prst="rect">
            <a:avLst/>
          </a:prstGeom>
          <a:noFill/>
          <a:ln>
            <a:noFill/>
          </a:ln>
        </p:spPr>
        <p:txBody>
          <a:bodyPr anchorCtr="0" anchor="t" bIns="45700" lIns="45700" spcFirstLastPara="1" rIns="45700" wrap="square" tIns="45700">
            <a:normAutofit/>
          </a:bodyPr>
          <a:lstStyle/>
          <a:p>
            <a:pPr indent="-342899" lvl="0" marL="457200" rtl="0" algn="l">
              <a:lnSpc>
                <a:spcPct val="150000"/>
              </a:lnSpc>
              <a:spcBef>
                <a:spcPts val="0"/>
              </a:spcBef>
              <a:spcAft>
                <a:spcPts val="0"/>
              </a:spcAft>
              <a:buSzPts val="1800"/>
              <a:buChar char="●"/>
            </a:pPr>
            <a:r>
              <a:rPr lang="en-US"/>
              <a:t>Brief presentation of the prototype from Sprint 1</a:t>
            </a:r>
            <a:endParaRPr/>
          </a:p>
        </p:txBody>
      </p:sp>
      <p:pic>
        <p:nvPicPr>
          <p:cNvPr id="109" name="Google Shape;109;p2" title="Screen Recording 2026-01-29 204909.mp4">
            <a:hlinkClick r:id="rId3"/>
          </p:cNvPr>
          <p:cNvPicPr preferRelativeResize="0"/>
          <p:nvPr/>
        </p:nvPicPr>
        <p:blipFill>
          <a:blip r:embed="rId4">
            <a:alphaModFix/>
          </a:blip>
          <a:stretch>
            <a:fillRect/>
          </a:stretch>
        </p:blipFill>
        <p:spPr>
          <a:xfrm>
            <a:off x="1851913" y="2271925"/>
            <a:ext cx="5440174" cy="24602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768100" y="438900"/>
            <a:ext cx="73599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Front-End progress</a:t>
            </a:r>
            <a:endParaRPr/>
          </a:p>
        </p:txBody>
      </p:sp>
      <p:sp>
        <p:nvSpPr>
          <p:cNvPr id="115" name="Google Shape;115;p4"/>
          <p:cNvSpPr txBox="1"/>
          <p:nvPr>
            <p:ph idx="1" type="body"/>
          </p:nvPr>
        </p:nvSpPr>
        <p:spPr>
          <a:xfrm>
            <a:off x="768100" y="1680244"/>
            <a:ext cx="7290000" cy="2760300"/>
          </a:xfrm>
          <a:prstGeom prst="rect">
            <a:avLst/>
          </a:prstGeom>
          <a:noFill/>
          <a:ln>
            <a:noFill/>
          </a:ln>
        </p:spPr>
        <p:txBody>
          <a:bodyPr anchorCtr="0" anchor="t" bIns="45700" lIns="45700" spcFirstLastPara="1" rIns="45700" wrap="square" tIns="45700">
            <a:normAutofit fontScale="92500" lnSpcReduction="10000"/>
          </a:bodyPr>
          <a:lstStyle/>
          <a:p>
            <a:pPr indent="-334327" lvl="0" marL="457200" rtl="0" algn="l">
              <a:lnSpc>
                <a:spcPct val="150000"/>
              </a:lnSpc>
              <a:spcBef>
                <a:spcPts val="0"/>
              </a:spcBef>
              <a:spcAft>
                <a:spcPts val="0"/>
              </a:spcAft>
              <a:buSzPct val="90000"/>
              <a:buChar char="●"/>
            </a:pPr>
            <a:r>
              <a:rPr lang="en-US"/>
              <a:t>Almost finished implementation</a:t>
            </a:r>
            <a:r>
              <a:rPr lang="en-US"/>
              <a:t> of the UI</a:t>
            </a:r>
            <a:endParaRPr/>
          </a:p>
          <a:p>
            <a:pPr indent="-334327" lvl="0" marL="457200" rtl="0" algn="l">
              <a:lnSpc>
                <a:spcPct val="150000"/>
              </a:lnSpc>
              <a:spcBef>
                <a:spcPts val="0"/>
              </a:spcBef>
              <a:spcAft>
                <a:spcPts val="0"/>
              </a:spcAft>
              <a:buSzPct val="90000"/>
              <a:buChar char="●"/>
            </a:pPr>
            <a:r>
              <a:rPr lang="en-US"/>
              <a:t>Key components created</a:t>
            </a:r>
            <a:endParaRPr/>
          </a:p>
          <a:p>
            <a:pPr indent="-334327" lvl="0" marL="457200" rtl="0" algn="l">
              <a:lnSpc>
                <a:spcPct val="150000"/>
              </a:lnSpc>
              <a:spcBef>
                <a:spcPts val="0"/>
              </a:spcBef>
              <a:spcAft>
                <a:spcPts val="0"/>
              </a:spcAft>
              <a:buSzPct val="90000"/>
              <a:buChar char="●"/>
            </a:pPr>
            <a:r>
              <a:rPr lang="en-US"/>
              <a:t>Responsiveness and UX improvements</a:t>
            </a:r>
            <a:endParaRPr/>
          </a:p>
          <a:p>
            <a:pPr indent="-334327" lvl="0" marL="457200" rtl="0" algn="l">
              <a:lnSpc>
                <a:spcPct val="150000"/>
              </a:lnSpc>
              <a:spcBef>
                <a:spcPts val="0"/>
              </a:spcBef>
              <a:spcAft>
                <a:spcPts val="0"/>
              </a:spcAft>
              <a:buSzPct val="90000"/>
              <a:buChar char="●"/>
            </a:pPr>
            <a:r>
              <a:rPr lang="en-US"/>
              <a:t>Routing/navigation</a:t>
            </a:r>
            <a:endParaRPr/>
          </a:p>
          <a:p>
            <a:pPr indent="-334327" lvl="0" marL="457200" rtl="0" algn="l">
              <a:lnSpc>
                <a:spcPct val="150000"/>
              </a:lnSpc>
              <a:spcBef>
                <a:spcPts val="0"/>
              </a:spcBef>
              <a:spcAft>
                <a:spcPts val="0"/>
              </a:spcAft>
              <a:buSzPct val="90000"/>
              <a:buChar char="●"/>
            </a:pPr>
            <a:r>
              <a:rPr lang="en-US"/>
              <a:t>Forms implemented (e.g., registration, login, creating posts, message )</a:t>
            </a:r>
            <a:endParaRPr/>
          </a:p>
          <a:p>
            <a:pPr indent="-334327" lvl="0" marL="457200" rtl="0" algn="l">
              <a:lnSpc>
                <a:spcPct val="150000"/>
              </a:lnSpc>
              <a:spcBef>
                <a:spcPts val="0"/>
              </a:spcBef>
              <a:spcAft>
                <a:spcPts val="0"/>
              </a:spcAft>
              <a:buSzPct val="90000"/>
              <a:buChar char="●"/>
            </a:pPr>
            <a:r>
              <a:rPr lang="en-US"/>
              <a:t>Admin dashboard base with post and user management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ph type="title"/>
          </p:nvPr>
        </p:nvSpPr>
        <p:spPr>
          <a:xfrm>
            <a:off x="768100" y="438900"/>
            <a:ext cx="75882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Sprint 2 Goals</a:t>
            </a:r>
            <a:endParaRPr/>
          </a:p>
        </p:txBody>
      </p:sp>
      <p:sp>
        <p:nvSpPr>
          <p:cNvPr id="121" name="Google Shape;121;p3"/>
          <p:cNvSpPr txBox="1"/>
          <p:nvPr>
            <p:ph idx="1" type="body"/>
          </p:nvPr>
        </p:nvSpPr>
        <p:spPr>
          <a:xfrm>
            <a:off x="768100" y="1638941"/>
            <a:ext cx="7516200" cy="2801700"/>
          </a:xfrm>
          <a:prstGeom prst="rect">
            <a:avLst/>
          </a:prstGeom>
          <a:noFill/>
          <a:ln>
            <a:noFill/>
          </a:ln>
        </p:spPr>
        <p:txBody>
          <a:bodyPr anchorCtr="0" anchor="t" bIns="45700" lIns="45700" spcFirstLastPara="1" rIns="45700" wrap="square" tIns="45700">
            <a:normAutofit/>
          </a:bodyPr>
          <a:lstStyle/>
          <a:p>
            <a:pPr indent="-342900" lvl="0" marL="457200" rtl="0" algn="l">
              <a:lnSpc>
                <a:spcPct val="150000"/>
              </a:lnSpc>
              <a:spcBef>
                <a:spcPts val="0"/>
              </a:spcBef>
              <a:spcAft>
                <a:spcPts val="0"/>
              </a:spcAft>
              <a:buSzPts val="1800"/>
              <a:buChar char="●"/>
            </a:pPr>
            <a:r>
              <a:rPr lang="en-US"/>
              <a:t>Main objective for Sprint 2</a:t>
            </a:r>
            <a:endParaRPr/>
          </a:p>
          <a:p>
            <a:pPr indent="-330200" lvl="1" marL="914400" rtl="0" algn="l">
              <a:lnSpc>
                <a:spcPct val="150000"/>
              </a:lnSpc>
              <a:spcBef>
                <a:spcPts val="0"/>
              </a:spcBef>
              <a:spcAft>
                <a:spcPts val="0"/>
              </a:spcAft>
              <a:buSzPts val="1600"/>
              <a:buChar char="○"/>
            </a:pPr>
            <a:r>
              <a:rPr lang="en-US"/>
              <a:t>Get </a:t>
            </a:r>
            <a:r>
              <a:rPr lang="en-US"/>
              <a:t>front-end mostly finished</a:t>
            </a:r>
            <a:endParaRPr/>
          </a:p>
          <a:p>
            <a:pPr indent="-330200" lvl="1" marL="914400" rtl="0" algn="l">
              <a:lnSpc>
                <a:spcPct val="150000"/>
              </a:lnSpc>
              <a:spcBef>
                <a:spcPts val="0"/>
              </a:spcBef>
              <a:spcAft>
                <a:spcPts val="0"/>
              </a:spcAft>
              <a:buSzPts val="1600"/>
              <a:buChar char="○"/>
            </a:pPr>
            <a:r>
              <a:rPr lang="en-US"/>
              <a:t>Get back-end endpoints finished</a:t>
            </a:r>
            <a:endParaRPr/>
          </a:p>
          <a:p>
            <a:pPr indent="-355600" lvl="0" marL="457200" rtl="0" algn="l">
              <a:lnSpc>
                <a:spcPct val="150000"/>
              </a:lnSpc>
              <a:spcBef>
                <a:spcPts val="0"/>
              </a:spcBef>
              <a:spcAft>
                <a:spcPts val="0"/>
              </a:spcAft>
              <a:buSzPts val="2000"/>
              <a:buChar char="●"/>
            </a:pPr>
            <a:r>
              <a:rPr lang="en-US"/>
              <a:t>AI implementation</a:t>
            </a:r>
            <a:endParaRPr/>
          </a:p>
          <a:p>
            <a:pPr indent="-330200" lvl="1" marL="914400" rtl="0" algn="l">
              <a:lnSpc>
                <a:spcPct val="150000"/>
              </a:lnSpc>
              <a:spcBef>
                <a:spcPts val="0"/>
              </a:spcBef>
              <a:spcAft>
                <a:spcPts val="0"/>
              </a:spcAft>
              <a:buSzPts val="1600"/>
              <a:buChar char="○"/>
            </a:pPr>
            <a:r>
              <a:rPr lang="en-US"/>
              <a:t>Chatbot for asking questions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c7c52ec178_0_0"/>
          <p:cNvSpPr txBox="1"/>
          <p:nvPr>
            <p:ph type="title"/>
          </p:nvPr>
        </p:nvSpPr>
        <p:spPr>
          <a:xfrm>
            <a:off x="768100" y="438900"/>
            <a:ext cx="7359900" cy="1124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Hero + posts browses + message </a:t>
            </a:r>
            <a:endParaRPr/>
          </a:p>
        </p:txBody>
      </p:sp>
      <p:pic>
        <p:nvPicPr>
          <p:cNvPr id="127" name="Google Shape;127;g3c7c52ec178_0_0" title="sprint2.mp4">
            <a:hlinkClick r:id="rId3"/>
          </p:cNvPr>
          <p:cNvPicPr preferRelativeResize="0"/>
          <p:nvPr/>
        </p:nvPicPr>
        <p:blipFill>
          <a:blip r:embed="rId4">
            <a:alphaModFix/>
          </a:blip>
          <a:stretch>
            <a:fillRect/>
          </a:stretch>
        </p:blipFill>
        <p:spPr>
          <a:xfrm>
            <a:off x="1498975" y="1663000"/>
            <a:ext cx="5623198" cy="2974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g393cef24ab5_1_0" title="HELPCONNECT_1.mp4">
            <a:hlinkClick r:id="rId3"/>
          </p:cNvPr>
          <p:cNvPicPr preferRelativeResize="0"/>
          <p:nvPr/>
        </p:nvPicPr>
        <p:blipFill>
          <a:blip r:embed="rId4">
            <a:alphaModFix/>
          </a:blip>
          <a:stretch>
            <a:fillRect/>
          </a:stretch>
        </p:blipFill>
        <p:spPr>
          <a:xfrm>
            <a:off x="1374811" y="1394275"/>
            <a:ext cx="6394373" cy="3596824"/>
          </a:xfrm>
          <a:prstGeom prst="rect">
            <a:avLst/>
          </a:prstGeom>
          <a:noFill/>
          <a:ln>
            <a:noFill/>
          </a:ln>
        </p:spPr>
      </p:pic>
      <p:sp>
        <p:nvSpPr>
          <p:cNvPr id="133" name="Google Shape;133;g393cef24ab5_1_0"/>
          <p:cNvSpPr txBox="1"/>
          <p:nvPr>
            <p:ph type="title"/>
          </p:nvPr>
        </p:nvSpPr>
        <p:spPr>
          <a:xfrm>
            <a:off x="768100" y="438900"/>
            <a:ext cx="75882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Main Page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g393cef24ab5_1_6" title="HELPCONNECT_2.mp4">
            <a:hlinkClick r:id="rId3"/>
          </p:cNvPr>
          <p:cNvPicPr preferRelativeResize="0"/>
          <p:nvPr/>
        </p:nvPicPr>
        <p:blipFill>
          <a:blip r:embed="rId4">
            <a:alphaModFix/>
          </a:blip>
          <a:stretch>
            <a:fillRect/>
          </a:stretch>
        </p:blipFill>
        <p:spPr>
          <a:xfrm>
            <a:off x="1383738" y="1404300"/>
            <a:ext cx="6376526" cy="3586799"/>
          </a:xfrm>
          <a:prstGeom prst="rect">
            <a:avLst/>
          </a:prstGeom>
          <a:noFill/>
          <a:ln>
            <a:noFill/>
          </a:ln>
        </p:spPr>
      </p:pic>
      <p:sp>
        <p:nvSpPr>
          <p:cNvPr id="139" name="Google Shape;139;g393cef24ab5_1_6"/>
          <p:cNvSpPr txBox="1"/>
          <p:nvPr>
            <p:ph type="title"/>
          </p:nvPr>
        </p:nvSpPr>
        <p:spPr>
          <a:xfrm>
            <a:off x="768100" y="438900"/>
            <a:ext cx="75882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Login and Registration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g393cef24ab5_1_11" title="HELPCONNECT_3.mp4">
            <a:hlinkClick r:id="rId3"/>
          </p:cNvPr>
          <p:cNvPicPr preferRelativeResize="0"/>
          <p:nvPr/>
        </p:nvPicPr>
        <p:blipFill>
          <a:blip r:embed="rId4">
            <a:alphaModFix/>
          </a:blip>
          <a:stretch>
            <a:fillRect/>
          </a:stretch>
        </p:blipFill>
        <p:spPr>
          <a:xfrm>
            <a:off x="1383274" y="1386850"/>
            <a:ext cx="6377448" cy="3587325"/>
          </a:xfrm>
          <a:prstGeom prst="rect">
            <a:avLst/>
          </a:prstGeom>
          <a:noFill/>
          <a:ln>
            <a:noFill/>
          </a:ln>
        </p:spPr>
      </p:pic>
      <p:sp>
        <p:nvSpPr>
          <p:cNvPr id="145" name="Google Shape;145;g393cef24ab5_1_11"/>
          <p:cNvSpPr txBox="1"/>
          <p:nvPr>
            <p:ph type="title"/>
          </p:nvPr>
        </p:nvSpPr>
        <p:spPr>
          <a:xfrm>
            <a:off x="768100" y="438900"/>
            <a:ext cx="75882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Admin Dashboard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
          <p:cNvSpPr txBox="1"/>
          <p:nvPr>
            <p:ph type="title"/>
          </p:nvPr>
        </p:nvSpPr>
        <p:spPr>
          <a:xfrm>
            <a:off x="694850" y="575244"/>
            <a:ext cx="7881900" cy="10341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Backend</a:t>
            </a:r>
            <a:r>
              <a:rPr lang="en-US"/>
              <a:t>-Progress</a:t>
            </a:r>
            <a:endParaRPr/>
          </a:p>
        </p:txBody>
      </p:sp>
      <p:sp>
        <p:nvSpPr>
          <p:cNvPr id="151" name="Google Shape;151;p5"/>
          <p:cNvSpPr txBox="1"/>
          <p:nvPr>
            <p:ph idx="1" type="body"/>
          </p:nvPr>
        </p:nvSpPr>
        <p:spPr>
          <a:xfrm>
            <a:off x="530900" y="1531825"/>
            <a:ext cx="8209800" cy="396600"/>
          </a:xfrm>
          <a:prstGeom prst="rect">
            <a:avLst/>
          </a:prstGeom>
          <a:noFill/>
          <a:ln>
            <a:noFill/>
          </a:ln>
        </p:spPr>
        <p:txBody>
          <a:bodyPr anchorCtr="0" anchor="t" bIns="45700" lIns="45700" spcFirstLastPara="1" rIns="45700" wrap="square" tIns="45700">
            <a:normAutofit/>
          </a:bodyPr>
          <a:lstStyle/>
          <a:p>
            <a:pPr indent="-342900" lvl="0" marL="457200" rtl="0" algn="l">
              <a:lnSpc>
                <a:spcPct val="150000"/>
              </a:lnSpc>
              <a:spcBef>
                <a:spcPts val="0"/>
              </a:spcBef>
              <a:spcAft>
                <a:spcPts val="0"/>
              </a:spcAft>
              <a:buSzPts val="1800"/>
              <a:buChar char="●"/>
            </a:pPr>
            <a:r>
              <a:rPr lang="en-US">
                <a:highlight>
                  <a:schemeClr val="lt1"/>
                </a:highlight>
              </a:rPr>
              <a:t>API endpoints created: </a:t>
            </a:r>
            <a:endParaRPr baseline="30000" sz="1700">
              <a:highlight>
                <a:schemeClr val="lt1"/>
              </a:highlight>
            </a:endParaRPr>
          </a:p>
        </p:txBody>
      </p:sp>
      <p:sp>
        <p:nvSpPr>
          <p:cNvPr id="152" name="Google Shape;152;p5"/>
          <p:cNvSpPr txBox="1"/>
          <p:nvPr/>
        </p:nvSpPr>
        <p:spPr>
          <a:xfrm>
            <a:off x="627053" y="2000515"/>
            <a:ext cx="4572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Lexend"/>
                <a:ea typeface="Lexend"/>
                <a:cs typeface="Lexend"/>
                <a:sym typeface="Lexend"/>
              </a:rPr>
              <a:t>Authentication:</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POST </a:t>
            </a:r>
            <a:r>
              <a:rPr b="1" lang="en-US">
                <a:latin typeface="Lexend"/>
                <a:ea typeface="Lexend"/>
                <a:cs typeface="Lexend"/>
                <a:sym typeface="Lexend"/>
              </a:rPr>
              <a:t>/auth/register</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Register a new user with validated credentials</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POST </a:t>
            </a:r>
            <a:r>
              <a:rPr b="1" lang="en-US">
                <a:latin typeface="Lexend"/>
                <a:ea typeface="Lexend"/>
                <a:cs typeface="Lexend"/>
                <a:sym typeface="Lexend"/>
              </a:rPr>
              <a:t>/auth/login</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Authenticate user and return JWT token</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GET </a:t>
            </a:r>
            <a:r>
              <a:rPr b="1" lang="en-US">
                <a:latin typeface="Lexend"/>
                <a:ea typeface="Lexend"/>
                <a:cs typeface="Lexend"/>
                <a:sym typeface="Lexend"/>
              </a:rPr>
              <a:t>/auth/userinfo</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Get authenticated user information</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PUT </a:t>
            </a:r>
            <a:r>
              <a:rPr b="1" lang="en-US">
                <a:latin typeface="Lexend"/>
                <a:ea typeface="Lexend"/>
                <a:cs typeface="Lexend"/>
                <a:sym typeface="Lexend"/>
              </a:rPr>
              <a:t>/auth/edit</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Edit user information</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PUT </a:t>
            </a:r>
            <a:r>
              <a:rPr b="1" lang="en-US">
                <a:latin typeface="Lexend"/>
                <a:ea typeface="Lexend"/>
                <a:cs typeface="Lexend"/>
                <a:sym typeface="Lexend"/>
              </a:rPr>
              <a:t>/auth/change-password</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Edit user password</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DELETE </a:t>
            </a:r>
            <a:r>
              <a:rPr b="1" lang="en-US">
                <a:latin typeface="Lexend"/>
                <a:ea typeface="Lexend"/>
                <a:cs typeface="Lexend"/>
                <a:sym typeface="Lexend"/>
              </a:rPr>
              <a:t>/auth/delete</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Delete user information</a:t>
            </a:r>
            <a:endParaRPr>
              <a:latin typeface="Lexend"/>
              <a:ea typeface="Lexend"/>
              <a:cs typeface="Lexend"/>
              <a:sym typeface="Lexend"/>
            </a:endParaRPr>
          </a:p>
        </p:txBody>
      </p:sp>
      <p:sp>
        <p:nvSpPr>
          <p:cNvPr id="153" name="Google Shape;153;p5"/>
          <p:cNvSpPr txBox="1"/>
          <p:nvPr/>
        </p:nvSpPr>
        <p:spPr>
          <a:xfrm>
            <a:off x="5311800" y="2024550"/>
            <a:ext cx="3619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Lexend"/>
                <a:ea typeface="Lexend"/>
                <a:cs typeface="Lexend"/>
                <a:sym typeface="Lexend"/>
              </a:rPr>
              <a:t>Posts:</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GET </a:t>
            </a:r>
            <a:r>
              <a:rPr b="1" lang="en-US">
                <a:latin typeface="Lexend"/>
                <a:ea typeface="Lexend"/>
                <a:cs typeface="Lexend"/>
                <a:sym typeface="Lexend"/>
              </a:rPr>
              <a:t>/posts</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Get all posts</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GET </a:t>
            </a:r>
            <a:r>
              <a:rPr b="1" lang="en-US">
                <a:latin typeface="Lexend"/>
                <a:ea typeface="Lexend"/>
                <a:cs typeface="Lexend"/>
                <a:sym typeface="Lexend"/>
              </a:rPr>
              <a:t>/posts/user/:userId</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Get info about all posts of a user</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GET </a:t>
            </a:r>
            <a:r>
              <a:rPr b="1" lang="en-US">
                <a:latin typeface="Lexend"/>
                <a:ea typeface="Lexend"/>
                <a:cs typeface="Lexend"/>
                <a:sym typeface="Lexend"/>
              </a:rPr>
              <a:t>/posts/:postId</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Get info about single post by ID</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POST </a:t>
            </a:r>
            <a:r>
              <a:rPr b="1" lang="en-US">
                <a:latin typeface="Lexend"/>
                <a:ea typeface="Lexend"/>
                <a:cs typeface="Lexend"/>
                <a:sym typeface="Lexend"/>
              </a:rPr>
              <a:t>/posts</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Create a new post</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PUT </a:t>
            </a:r>
            <a:r>
              <a:rPr b="1" lang="en-US">
                <a:latin typeface="Lexend"/>
                <a:ea typeface="Lexend"/>
                <a:cs typeface="Lexend"/>
                <a:sym typeface="Lexend"/>
              </a:rPr>
              <a:t>/posts/:postId</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Edit user post</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DELETE </a:t>
            </a:r>
            <a:r>
              <a:rPr b="1" lang="en-US">
                <a:latin typeface="Lexend"/>
                <a:ea typeface="Lexend"/>
                <a:cs typeface="Lexend"/>
                <a:sym typeface="Lexend"/>
              </a:rPr>
              <a:t>/posts/:postId</a:t>
            </a:r>
            <a:endParaRPr b="1">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Delete user post</a:t>
            </a:r>
            <a:endParaRPr>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c7da640971_2_5"/>
          <p:cNvSpPr txBox="1"/>
          <p:nvPr>
            <p:ph type="title"/>
          </p:nvPr>
        </p:nvSpPr>
        <p:spPr>
          <a:xfrm>
            <a:off x="694850" y="575244"/>
            <a:ext cx="7881900" cy="10341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Backend-Progress</a:t>
            </a:r>
            <a:endParaRPr/>
          </a:p>
        </p:txBody>
      </p:sp>
      <p:sp>
        <p:nvSpPr>
          <p:cNvPr id="159" name="Google Shape;159;g3c7da640971_2_5"/>
          <p:cNvSpPr txBox="1"/>
          <p:nvPr>
            <p:ph idx="1" type="body"/>
          </p:nvPr>
        </p:nvSpPr>
        <p:spPr>
          <a:xfrm>
            <a:off x="530900" y="1531825"/>
            <a:ext cx="8209800" cy="396600"/>
          </a:xfrm>
          <a:prstGeom prst="rect">
            <a:avLst/>
          </a:prstGeom>
          <a:noFill/>
          <a:ln>
            <a:noFill/>
          </a:ln>
        </p:spPr>
        <p:txBody>
          <a:bodyPr anchorCtr="0" anchor="t" bIns="45700" lIns="45700" spcFirstLastPara="1" rIns="45700" wrap="square" tIns="45700">
            <a:normAutofit/>
          </a:bodyPr>
          <a:lstStyle/>
          <a:p>
            <a:pPr indent="-342900" lvl="0" marL="457200" rtl="0" algn="l">
              <a:lnSpc>
                <a:spcPct val="150000"/>
              </a:lnSpc>
              <a:spcBef>
                <a:spcPts val="0"/>
              </a:spcBef>
              <a:spcAft>
                <a:spcPts val="0"/>
              </a:spcAft>
              <a:buSzPts val="1800"/>
              <a:buChar char="●"/>
            </a:pPr>
            <a:r>
              <a:rPr lang="en-US">
                <a:highlight>
                  <a:schemeClr val="lt1"/>
                </a:highlight>
              </a:rPr>
              <a:t>API endpoints created: </a:t>
            </a:r>
            <a:endParaRPr baseline="30000" sz="1700">
              <a:highlight>
                <a:schemeClr val="lt1"/>
              </a:highlight>
            </a:endParaRPr>
          </a:p>
        </p:txBody>
      </p:sp>
      <p:sp>
        <p:nvSpPr>
          <p:cNvPr id="160" name="Google Shape;160;g3c7da640971_2_5"/>
          <p:cNvSpPr txBox="1"/>
          <p:nvPr/>
        </p:nvSpPr>
        <p:spPr>
          <a:xfrm>
            <a:off x="627053" y="2000515"/>
            <a:ext cx="4572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Lexend"/>
                <a:ea typeface="Lexend"/>
                <a:cs typeface="Lexend"/>
                <a:sym typeface="Lexend"/>
              </a:rPr>
              <a:t>Profile</a:t>
            </a:r>
            <a:r>
              <a:rPr lang="en-US">
                <a:latin typeface="Lexend"/>
                <a:ea typeface="Lexend"/>
                <a:cs typeface="Lexend"/>
                <a:sym typeface="Lexend"/>
              </a:rPr>
              <a:t>:</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 GET </a:t>
            </a:r>
            <a:r>
              <a:rPr b="1" lang="en-US">
                <a:latin typeface="Lexend"/>
                <a:ea typeface="Lexend"/>
                <a:cs typeface="Lexend"/>
                <a:sym typeface="Lexend"/>
              </a:rPr>
              <a:t>/users/profile/:id</a:t>
            </a:r>
            <a:endParaRPr b="1">
              <a:latin typeface="Lexend"/>
              <a:ea typeface="Lexend"/>
              <a:cs typeface="Lexend"/>
              <a:sym typeface="Lexend"/>
            </a:endParaRPr>
          </a:p>
          <a:p>
            <a:pPr indent="0" lvl="0" marL="0" rtl="0" algn="l">
              <a:spcBef>
                <a:spcPts val="0"/>
              </a:spcBef>
              <a:spcAft>
                <a:spcPts val="0"/>
              </a:spcAft>
              <a:buNone/>
            </a:pPr>
            <a:r>
              <a:rPr lang="en-US">
                <a:solidFill>
                  <a:schemeClr val="dk1"/>
                </a:solidFill>
                <a:latin typeface="Lexend"/>
                <a:ea typeface="Lexend"/>
                <a:cs typeface="Lexend"/>
                <a:sym typeface="Lexend"/>
              </a:rPr>
              <a:t>Get profile data from a specific user id</a:t>
            </a:r>
            <a:endParaRPr>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 🔒 PUT </a:t>
            </a:r>
            <a:r>
              <a:rPr b="1" lang="en-US">
                <a:solidFill>
                  <a:schemeClr val="dk1"/>
                </a:solidFill>
                <a:latin typeface="Lexend"/>
                <a:ea typeface="Lexend"/>
                <a:cs typeface="Lexend"/>
                <a:sym typeface="Lexend"/>
              </a:rPr>
              <a:t>/users/profile/edit</a:t>
            </a:r>
            <a:endParaRPr b="1">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US">
                <a:solidFill>
                  <a:schemeClr val="dk1"/>
                </a:solidFill>
                <a:latin typeface="Lexend"/>
                <a:ea typeface="Lexend"/>
                <a:cs typeface="Lexend"/>
                <a:sym typeface="Lexend"/>
              </a:rPr>
              <a:t>Edit profile data of logged in user</a:t>
            </a:r>
            <a:endParaRPr>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93cef24ab5_0_14"/>
          <p:cNvSpPr txBox="1"/>
          <p:nvPr>
            <p:ph type="title"/>
          </p:nvPr>
        </p:nvSpPr>
        <p:spPr>
          <a:xfrm>
            <a:off x="694850" y="575244"/>
            <a:ext cx="7881900" cy="10341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Backend-Progress</a:t>
            </a:r>
            <a:endParaRPr/>
          </a:p>
        </p:txBody>
      </p:sp>
      <p:sp>
        <p:nvSpPr>
          <p:cNvPr id="166" name="Google Shape;166;g393cef24ab5_0_14"/>
          <p:cNvSpPr txBox="1"/>
          <p:nvPr>
            <p:ph idx="1" type="body"/>
          </p:nvPr>
        </p:nvSpPr>
        <p:spPr>
          <a:xfrm>
            <a:off x="530900" y="1609350"/>
            <a:ext cx="8209800" cy="572400"/>
          </a:xfrm>
          <a:prstGeom prst="rect">
            <a:avLst/>
          </a:prstGeom>
          <a:noFill/>
          <a:ln>
            <a:noFill/>
          </a:ln>
        </p:spPr>
        <p:txBody>
          <a:bodyPr anchorCtr="0" anchor="t" bIns="45700" lIns="45700" spcFirstLastPara="1" rIns="45700" wrap="square" tIns="45700">
            <a:normAutofit/>
          </a:bodyPr>
          <a:lstStyle/>
          <a:p>
            <a:pPr indent="-342900" lvl="0" marL="457200" rtl="0" algn="l">
              <a:lnSpc>
                <a:spcPct val="150000"/>
              </a:lnSpc>
              <a:spcBef>
                <a:spcPts val="0"/>
              </a:spcBef>
              <a:spcAft>
                <a:spcPts val="0"/>
              </a:spcAft>
              <a:buSzPts val="1800"/>
              <a:buChar char="●"/>
            </a:pPr>
            <a:r>
              <a:rPr lang="en-US"/>
              <a:t>Database schema change or persistence added</a:t>
            </a:r>
            <a:endParaRPr baseline="30000" sz="1700"/>
          </a:p>
        </p:txBody>
      </p:sp>
      <p:sp>
        <p:nvSpPr>
          <p:cNvPr id="167" name="Google Shape;167;g393cef24ab5_0_14"/>
          <p:cNvSpPr txBox="1"/>
          <p:nvPr/>
        </p:nvSpPr>
        <p:spPr>
          <a:xfrm>
            <a:off x="1033500" y="2295350"/>
            <a:ext cx="3000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Lexend"/>
                <a:ea typeface="Lexend"/>
                <a:cs typeface="Lexend"/>
                <a:sym typeface="Lexend"/>
              </a:rPr>
              <a:t>User Schema:</a:t>
            </a:r>
            <a:endParaRPr b="1">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firstName</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lastName</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email</a:t>
            </a:r>
            <a:endParaRPr>
              <a:solidFill>
                <a:schemeClr val="dk1"/>
              </a:solidFill>
              <a:latin typeface="Lexend"/>
              <a:ea typeface="Lexend"/>
              <a:cs typeface="Lexend"/>
              <a:sym typeface="Lexend"/>
            </a:endParaRPr>
          </a:p>
          <a:p>
            <a:pPr indent="0" lvl="0" marL="0" rtl="0" algn="l">
              <a:spcBef>
                <a:spcPts val="0"/>
              </a:spcBef>
              <a:spcAft>
                <a:spcPts val="0"/>
              </a:spcAft>
              <a:buNone/>
            </a:pPr>
            <a:r>
              <a:rPr b="1" lang="en-US">
                <a:solidFill>
                  <a:schemeClr val="dk1"/>
                </a:solidFill>
                <a:latin typeface="Lexend"/>
                <a:ea typeface="Lexend"/>
                <a:cs typeface="Lexend"/>
                <a:sym typeface="Lexend"/>
              </a:rPr>
              <a:t>password</a:t>
            </a:r>
            <a:endParaRPr>
              <a:solidFill>
                <a:schemeClr val="dk1"/>
              </a:solidFill>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dateOfBirth </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phone</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location,</a:t>
            </a:r>
            <a:endParaRPr b="1">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avatar, description,</a:t>
            </a:r>
            <a:endParaRPr b="1">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socialLinks, isPublic</a:t>
            </a:r>
            <a:endParaRPr>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p:txBody>
      </p:sp>
      <p:sp>
        <p:nvSpPr>
          <p:cNvPr id="168" name="Google Shape;168;g393cef24ab5_0_14"/>
          <p:cNvSpPr txBox="1"/>
          <p:nvPr/>
        </p:nvSpPr>
        <p:spPr>
          <a:xfrm>
            <a:off x="5365175" y="2295350"/>
            <a:ext cx="3000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Lexend"/>
                <a:ea typeface="Lexend"/>
                <a:cs typeface="Lexend"/>
                <a:sym typeface="Lexend"/>
              </a:rPr>
              <a:t>Post Schema:</a:t>
            </a:r>
            <a:endParaRPr b="1">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user </a:t>
            </a:r>
            <a:r>
              <a:rPr lang="en-US">
                <a:latin typeface="Lexend"/>
                <a:ea typeface="Lexend"/>
                <a:cs typeface="Lexend"/>
                <a:sym typeface="Lexend"/>
              </a:rPr>
              <a:t>- connected with UserId</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type </a:t>
            </a:r>
            <a:r>
              <a:rPr lang="en-US">
                <a:latin typeface="Lexend"/>
                <a:ea typeface="Lexend"/>
                <a:cs typeface="Lexend"/>
                <a:sym typeface="Lexend"/>
              </a:rPr>
              <a:t>- offer/request</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title </a:t>
            </a:r>
            <a:endParaRPr>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b="1" lang="en-US">
                <a:solidFill>
                  <a:schemeClr val="dk1"/>
                </a:solidFill>
                <a:latin typeface="Lexend"/>
                <a:ea typeface="Lexend"/>
                <a:cs typeface="Lexend"/>
                <a:sym typeface="Lexend"/>
              </a:rPr>
              <a:t>description</a:t>
            </a:r>
            <a:endParaRPr>
              <a:solidFill>
                <a:schemeClr val="dk1"/>
              </a:solidFill>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category </a:t>
            </a:r>
            <a:endParaRPr b="1">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location </a:t>
            </a:r>
            <a:r>
              <a:rPr lang="en-US">
                <a:solidFill>
                  <a:schemeClr val="dk1"/>
                </a:solidFill>
                <a:latin typeface="Lexend"/>
                <a:ea typeface="Lexend"/>
                <a:cs typeface="Lexend"/>
                <a:sym typeface="Lexend"/>
              </a:rPr>
              <a:t>- </a:t>
            </a:r>
            <a:r>
              <a:rPr lang="en-US">
                <a:latin typeface="Lexend"/>
                <a:ea typeface="Lexend"/>
                <a:cs typeface="Lexend"/>
                <a:sym typeface="Lexend"/>
              </a:rPr>
              <a:t>City/municipality</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budget </a:t>
            </a:r>
            <a:r>
              <a:rPr lang="en-US">
                <a:latin typeface="Lexend"/>
                <a:ea typeface="Lexend"/>
                <a:cs typeface="Lexend"/>
                <a:sym typeface="Lexend"/>
              </a:rPr>
              <a:t>- Optional</a:t>
            </a:r>
            <a:endParaRPr>
              <a:latin typeface="Lexend"/>
              <a:ea typeface="Lexend"/>
              <a:cs typeface="Lexend"/>
              <a:sym typeface="Lexend"/>
            </a:endParaRPr>
          </a:p>
          <a:p>
            <a:pPr indent="0" lvl="0" marL="0" rtl="0" algn="l">
              <a:spcBef>
                <a:spcPts val="0"/>
              </a:spcBef>
              <a:spcAft>
                <a:spcPts val="0"/>
              </a:spcAft>
              <a:buNone/>
            </a:pPr>
            <a:r>
              <a:rPr b="1" lang="en-US">
                <a:latin typeface="Lexend"/>
                <a:ea typeface="Lexend"/>
                <a:cs typeface="Lexend"/>
                <a:sym typeface="Lexend"/>
              </a:rPr>
              <a:t>image </a:t>
            </a:r>
            <a:r>
              <a:rPr lang="en-US">
                <a:solidFill>
                  <a:schemeClr val="dk1"/>
                </a:solidFill>
                <a:latin typeface="Lexend"/>
                <a:ea typeface="Lexend"/>
                <a:cs typeface="Lexend"/>
                <a:sym typeface="Lexend"/>
              </a:rPr>
              <a:t>- Optional</a:t>
            </a:r>
            <a:r>
              <a:rPr lang="en-US">
                <a:latin typeface="Lexend"/>
                <a:ea typeface="Lexend"/>
                <a:cs typeface="Lexend"/>
                <a:sym typeface="Lexend"/>
              </a:rPr>
              <a:t>	</a:t>
            </a:r>
            <a:endParaRPr>
              <a:latin typeface="Lexend"/>
              <a:ea typeface="Lexend"/>
              <a:cs typeface="Lexend"/>
              <a:sym typeface="Lexend"/>
            </a:endParaRPr>
          </a:p>
        </p:txBody>
      </p:sp>
      <p:sp>
        <p:nvSpPr>
          <p:cNvPr id="169" name="Google Shape;169;g393cef24ab5_0_14"/>
          <p:cNvSpPr txBox="1"/>
          <p:nvPr/>
        </p:nvSpPr>
        <p:spPr>
          <a:xfrm>
            <a:off x="3364900" y="2872150"/>
            <a:ext cx="1207200" cy="1046700"/>
          </a:xfrm>
          <a:prstGeom prst="rect">
            <a:avLst/>
          </a:prstGeom>
          <a:noFill/>
          <a:ln cap="flat" cmpd="dbl" w="38100">
            <a:solidFill>
              <a:srgbClr val="00A63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Lexend"/>
                <a:ea typeface="Lexend"/>
                <a:cs typeface="Lexend"/>
                <a:sym typeface="Lexend"/>
              </a:rPr>
              <a:t>validation,</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filtering,</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sorting,</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pagination</a:t>
            </a:r>
            <a:endParaRPr>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93cef24ab5_0_0"/>
          <p:cNvSpPr txBox="1"/>
          <p:nvPr>
            <p:ph type="title"/>
          </p:nvPr>
        </p:nvSpPr>
        <p:spPr>
          <a:xfrm>
            <a:off x="694850" y="575244"/>
            <a:ext cx="7881900" cy="10341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Backend-Progress</a:t>
            </a:r>
            <a:endParaRPr/>
          </a:p>
        </p:txBody>
      </p:sp>
      <p:sp>
        <p:nvSpPr>
          <p:cNvPr id="175" name="Google Shape;175;g393cef24ab5_0_0"/>
          <p:cNvSpPr txBox="1"/>
          <p:nvPr>
            <p:ph idx="1" type="body"/>
          </p:nvPr>
        </p:nvSpPr>
        <p:spPr>
          <a:xfrm>
            <a:off x="530900" y="1163775"/>
            <a:ext cx="8209800" cy="3048300"/>
          </a:xfrm>
          <a:prstGeom prst="rect">
            <a:avLst/>
          </a:prstGeom>
          <a:noFill/>
          <a:ln>
            <a:noFill/>
          </a:ln>
        </p:spPr>
        <p:txBody>
          <a:bodyPr anchorCtr="0" anchor="t" bIns="45700" lIns="45700" spcFirstLastPara="1" rIns="45700" wrap="square" tIns="45700">
            <a:normAutofit/>
          </a:bodyPr>
          <a:lstStyle/>
          <a:p>
            <a:pPr indent="0" lvl="0" marL="0" rtl="0" algn="l">
              <a:spcBef>
                <a:spcPts val="1400"/>
              </a:spcBef>
              <a:spcAft>
                <a:spcPts val="0"/>
              </a:spcAft>
              <a:buNone/>
            </a:pPr>
            <a:r>
              <a:t/>
            </a:r>
            <a:endParaRPr/>
          </a:p>
          <a:p>
            <a:pPr indent="-342900" lvl="0" marL="457200" rtl="0" algn="l">
              <a:lnSpc>
                <a:spcPct val="150000"/>
              </a:lnSpc>
              <a:spcBef>
                <a:spcPts val="0"/>
              </a:spcBef>
              <a:spcAft>
                <a:spcPts val="0"/>
              </a:spcAft>
              <a:buSzPts val="1800"/>
              <a:buChar char="●"/>
            </a:pPr>
            <a:r>
              <a:rPr lang="en-US"/>
              <a:t>AI/LLM integration details</a:t>
            </a:r>
            <a:endParaRPr/>
          </a:p>
          <a:p>
            <a:pPr indent="0" lvl="0" marL="0" rtl="0" algn="l">
              <a:lnSpc>
                <a:spcPct val="150000"/>
              </a:lnSpc>
              <a:spcBef>
                <a:spcPts val="0"/>
              </a:spcBef>
              <a:spcAft>
                <a:spcPts val="0"/>
              </a:spcAft>
              <a:buNone/>
            </a:pPr>
            <a:r>
              <a:rPr lang="en-US"/>
              <a:t>- GET </a:t>
            </a:r>
            <a:r>
              <a:rPr b="1" lang="en-US"/>
              <a:t>/ai/ask</a:t>
            </a:r>
            <a:r>
              <a:rPr lang="en-US"/>
              <a:t> - Communicate with AI</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US"/>
              <a:t> </a:t>
            </a:r>
            <a:endParaRPr baseline="30000" sz="1700"/>
          </a:p>
        </p:txBody>
      </p:sp>
      <p:pic>
        <p:nvPicPr>
          <p:cNvPr id="176" name="Google Shape;176;g393cef24ab5_0_0"/>
          <p:cNvPicPr preferRelativeResize="0"/>
          <p:nvPr/>
        </p:nvPicPr>
        <p:blipFill>
          <a:blip r:embed="rId3">
            <a:alphaModFix/>
          </a:blip>
          <a:stretch>
            <a:fillRect/>
          </a:stretch>
        </p:blipFill>
        <p:spPr>
          <a:xfrm>
            <a:off x="1220840" y="2391495"/>
            <a:ext cx="6894599" cy="2492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93cef24ab5_0_22"/>
          <p:cNvSpPr txBox="1"/>
          <p:nvPr>
            <p:ph type="title"/>
          </p:nvPr>
        </p:nvSpPr>
        <p:spPr>
          <a:xfrm>
            <a:off x="694850" y="575244"/>
            <a:ext cx="7881900" cy="10341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Backend-Progress</a:t>
            </a:r>
            <a:endParaRPr/>
          </a:p>
        </p:txBody>
      </p:sp>
      <p:sp>
        <p:nvSpPr>
          <p:cNvPr id="182" name="Google Shape;182;g393cef24ab5_0_22"/>
          <p:cNvSpPr txBox="1"/>
          <p:nvPr>
            <p:ph idx="1" type="body"/>
          </p:nvPr>
        </p:nvSpPr>
        <p:spPr>
          <a:xfrm>
            <a:off x="530900" y="1464200"/>
            <a:ext cx="8209800" cy="464100"/>
          </a:xfrm>
          <a:prstGeom prst="rect">
            <a:avLst/>
          </a:prstGeom>
          <a:noFill/>
          <a:ln>
            <a:noFill/>
          </a:ln>
        </p:spPr>
        <p:txBody>
          <a:bodyPr anchorCtr="0" anchor="t" bIns="45700" lIns="45700" spcFirstLastPara="1" rIns="45700" wrap="square" tIns="45700">
            <a:normAutofit/>
          </a:bodyPr>
          <a:lstStyle/>
          <a:p>
            <a:pPr indent="-342900" lvl="0" marL="457200" rtl="0" algn="l">
              <a:lnSpc>
                <a:spcPct val="150000"/>
              </a:lnSpc>
              <a:spcBef>
                <a:spcPts val="0"/>
              </a:spcBef>
              <a:spcAft>
                <a:spcPts val="0"/>
              </a:spcAft>
              <a:buSzPts val="1800"/>
              <a:buChar char="●"/>
            </a:pPr>
            <a:r>
              <a:rPr lang="en-US"/>
              <a:t>Testing with postman (include screenshot of collection )</a:t>
            </a:r>
            <a:endParaRPr baseline="30000" sz="1700"/>
          </a:p>
        </p:txBody>
      </p:sp>
      <p:pic>
        <p:nvPicPr>
          <p:cNvPr id="183" name="Google Shape;183;g393cef24ab5_0_22"/>
          <p:cNvPicPr preferRelativeResize="0"/>
          <p:nvPr/>
        </p:nvPicPr>
        <p:blipFill>
          <a:blip r:embed="rId3">
            <a:alphaModFix/>
          </a:blip>
          <a:stretch>
            <a:fillRect/>
          </a:stretch>
        </p:blipFill>
        <p:spPr>
          <a:xfrm>
            <a:off x="530900" y="1928300"/>
            <a:ext cx="5192099" cy="2686618"/>
          </a:xfrm>
          <a:prstGeom prst="rect">
            <a:avLst/>
          </a:prstGeom>
          <a:noFill/>
          <a:ln>
            <a:noFill/>
          </a:ln>
        </p:spPr>
      </p:pic>
      <p:pic>
        <p:nvPicPr>
          <p:cNvPr id="184" name="Google Shape;184;g393cef24ab5_0_22"/>
          <p:cNvPicPr preferRelativeResize="0"/>
          <p:nvPr/>
        </p:nvPicPr>
        <p:blipFill>
          <a:blip r:embed="rId4">
            <a:alphaModFix/>
          </a:blip>
          <a:stretch>
            <a:fillRect/>
          </a:stretch>
        </p:blipFill>
        <p:spPr>
          <a:xfrm>
            <a:off x="4176850" y="2445650"/>
            <a:ext cx="4399898" cy="2599775"/>
          </a:xfrm>
          <a:prstGeom prst="rect">
            <a:avLst/>
          </a:prstGeom>
          <a:noFill/>
          <a:ln>
            <a:noFill/>
          </a:ln>
          <a:effectLst>
            <a:outerShdw blurRad="342900" rotWithShape="0" algn="bl" dir="11520000" dist="114300">
              <a:schemeClr val="lt1">
                <a:alpha val="50000"/>
              </a:scheme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93cef24ab5_0_42"/>
          <p:cNvSpPr txBox="1"/>
          <p:nvPr>
            <p:ph type="title"/>
          </p:nvPr>
        </p:nvSpPr>
        <p:spPr>
          <a:xfrm>
            <a:off x="694850" y="575244"/>
            <a:ext cx="7881900" cy="10341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Backend-Progress</a:t>
            </a:r>
            <a:endParaRPr/>
          </a:p>
        </p:txBody>
      </p:sp>
      <p:sp>
        <p:nvSpPr>
          <p:cNvPr id="190" name="Google Shape;190;g393cef24ab5_0_42"/>
          <p:cNvSpPr txBox="1"/>
          <p:nvPr>
            <p:ph idx="1" type="body"/>
          </p:nvPr>
        </p:nvSpPr>
        <p:spPr>
          <a:xfrm>
            <a:off x="530900" y="1464200"/>
            <a:ext cx="8209800" cy="464100"/>
          </a:xfrm>
          <a:prstGeom prst="rect">
            <a:avLst/>
          </a:prstGeom>
          <a:noFill/>
          <a:ln>
            <a:noFill/>
          </a:ln>
        </p:spPr>
        <p:txBody>
          <a:bodyPr anchorCtr="0" anchor="t" bIns="45700" lIns="45700" spcFirstLastPara="1" rIns="45700" wrap="square" tIns="45700">
            <a:normAutofit/>
          </a:bodyPr>
          <a:lstStyle/>
          <a:p>
            <a:pPr indent="-342900" lvl="0" marL="457200" rtl="0" algn="l">
              <a:lnSpc>
                <a:spcPct val="150000"/>
              </a:lnSpc>
              <a:spcBef>
                <a:spcPts val="0"/>
              </a:spcBef>
              <a:spcAft>
                <a:spcPts val="0"/>
              </a:spcAft>
              <a:buSzPts val="1800"/>
              <a:buChar char="●"/>
            </a:pPr>
            <a:r>
              <a:rPr lang="en-US"/>
              <a:t>Testing with postman (include screenshot of collection )</a:t>
            </a:r>
            <a:endParaRPr baseline="30000" sz="1700"/>
          </a:p>
        </p:txBody>
      </p:sp>
      <p:pic>
        <p:nvPicPr>
          <p:cNvPr id="191" name="Google Shape;191;g393cef24ab5_0_42"/>
          <p:cNvPicPr preferRelativeResize="0"/>
          <p:nvPr/>
        </p:nvPicPr>
        <p:blipFill>
          <a:blip r:embed="rId3">
            <a:alphaModFix/>
          </a:blip>
          <a:stretch>
            <a:fillRect/>
          </a:stretch>
        </p:blipFill>
        <p:spPr>
          <a:xfrm>
            <a:off x="530900" y="2012175"/>
            <a:ext cx="4755800" cy="2656525"/>
          </a:xfrm>
          <a:prstGeom prst="rect">
            <a:avLst/>
          </a:prstGeom>
          <a:noFill/>
          <a:ln>
            <a:noFill/>
          </a:ln>
        </p:spPr>
      </p:pic>
      <p:pic>
        <p:nvPicPr>
          <p:cNvPr id="192" name="Google Shape;192;g393cef24ab5_0_42"/>
          <p:cNvPicPr preferRelativeResize="0"/>
          <p:nvPr/>
        </p:nvPicPr>
        <p:blipFill>
          <a:blip r:embed="rId4">
            <a:alphaModFix/>
          </a:blip>
          <a:stretch>
            <a:fillRect/>
          </a:stretch>
        </p:blipFill>
        <p:spPr>
          <a:xfrm>
            <a:off x="3807250" y="2838317"/>
            <a:ext cx="4933450" cy="2107682"/>
          </a:xfrm>
          <a:prstGeom prst="rect">
            <a:avLst/>
          </a:prstGeom>
          <a:noFill/>
          <a:ln>
            <a:noFill/>
          </a:ln>
          <a:effectLst>
            <a:outerShdw blurRad="342900" rotWithShape="0" algn="bl" dir="11520000" dist="114300">
              <a:schemeClr val="lt1">
                <a:alpha val="50000"/>
              </a:scheme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c22bb4a7f2_0_5"/>
          <p:cNvSpPr txBox="1"/>
          <p:nvPr>
            <p:ph type="title"/>
          </p:nvPr>
        </p:nvSpPr>
        <p:spPr>
          <a:xfrm>
            <a:off x="701712" y="95472"/>
            <a:ext cx="7144200" cy="540000"/>
          </a:xfrm>
          <a:prstGeom prst="rect">
            <a:avLst/>
          </a:prstGeom>
          <a:noFill/>
          <a:ln>
            <a:noFill/>
          </a:ln>
        </p:spPr>
        <p:txBody>
          <a:bodyPr anchorCtr="0" anchor="ctr" bIns="0" lIns="0" spcFirstLastPara="1" rIns="0" wrap="square" tIns="0">
            <a:normAutofit/>
          </a:bodyPr>
          <a:lstStyle/>
          <a:p>
            <a:pPr indent="9144" lvl="0" marL="91440" rtl="0" algn="l">
              <a:lnSpc>
                <a:spcPct val="80000"/>
              </a:lnSpc>
              <a:spcBef>
                <a:spcPts val="0"/>
              </a:spcBef>
              <a:spcAft>
                <a:spcPts val="0"/>
              </a:spcAft>
              <a:buSzPts val="1800"/>
              <a:buNone/>
            </a:pPr>
            <a:r>
              <a:rPr lang="en-US" sz="3166"/>
              <a:t>Alignment with Sprint 1 prototype</a:t>
            </a:r>
            <a:r>
              <a:rPr lang="en-US"/>
              <a:t> </a:t>
            </a:r>
            <a:endParaRPr/>
          </a:p>
        </p:txBody>
      </p:sp>
      <p:sp>
        <p:nvSpPr>
          <p:cNvPr id="198" name="Google Shape;198;g3c22bb4a7f2_0_5"/>
          <p:cNvSpPr txBox="1"/>
          <p:nvPr>
            <p:ph idx="1" type="body"/>
          </p:nvPr>
        </p:nvSpPr>
        <p:spPr>
          <a:xfrm>
            <a:off x="950400" y="799425"/>
            <a:ext cx="1124700" cy="393300"/>
          </a:xfrm>
          <a:prstGeom prst="rect">
            <a:avLst/>
          </a:prstGeom>
          <a:noFill/>
          <a:ln>
            <a:noFill/>
          </a:ln>
        </p:spPr>
        <p:txBody>
          <a:bodyPr anchorCtr="0" anchor="t" bIns="0" lIns="91425" spcFirstLastPara="1" rIns="91425" wrap="square" tIns="91425">
            <a:noAutofit/>
          </a:bodyPr>
          <a:lstStyle/>
          <a:p>
            <a:pPr indent="-148844" lvl="0" marL="100584" marR="0" rtl="0" algn="l">
              <a:lnSpc>
                <a:spcPct val="90000"/>
              </a:lnSpc>
              <a:spcBef>
                <a:spcPts val="1200"/>
              </a:spcBef>
              <a:spcAft>
                <a:spcPts val="0"/>
              </a:spcAft>
              <a:buSzPts val="2200"/>
              <a:buChar char="●"/>
            </a:pPr>
            <a:r>
              <a:rPr lang="en-US"/>
              <a:t>Figma</a:t>
            </a:r>
            <a:endParaRPr/>
          </a:p>
          <a:p>
            <a:pPr indent="-9144" lvl="0" marL="100584" rtl="0" algn="l">
              <a:lnSpc>
                <a:spcPct val="90000"/>
              </a:lnSpc>
              <a:spcBef>
                <a:spcPts val="1200"/>
              </a:spcBef>
              <a:spcAft>
                <a:spcPts val="0"/>
              </a:spcAft>
              <a:buNone/>
            </a:pPr>
            <a:r>
              <a:t/>
            </a:r>
            <a:endParaRPr/>
          </a:p>
          <a:p>
            <a:pPr indent="-9144" lvl="0" marL="100584" rtl="0" algn="l">
              <a:lnSpc>
                <a:spcPct val="90000"/>
              </a:lnSpc>
              <a:spcBef>
                <a:spcPts val="1200"/>
              </a:spcBef>
              <a:spcAft>
                <a:spcPts val="0"/>
              </a:spcAft>
              <a:buNone/>
            </a:pPr>
            <a:r>
              <a:t/>
            </a:r>
            <a:endParaRPr/>
          </a:p>
        </p:txBody>
      </p:sp>
      <p:sp>
        <p:nvSpPr>
          <p:cNvPr id="199" name="Google Shape;199;g3c22bb4a7f2_0_5"/>
          <p:cNvSpPr txBox="1"/>
          <p:nvPr>
            <p:ph idx="3" type="body"/>
          </p:nvPr>
        </p:nvSpPr>
        <p:spPr>
          <a:xfrm>
            <a:off x="5118406" y="940725"/>
            <a:ext cx="906600" cy="327000"/>
          </a:xfrm>
          <a:prstGeom prst="rect">
            <a:avLst/>
          </a:prstGeom>
        </p:spPr>
        <p:txBody>
          <a:bodyPr anchorCtr="0" anchor="ctr" bIns="0" lIns="91425" spcFirstLastPara="1" rIns="91425" wrap="square" tIns="91425">
            <a:normAutofit lnSpcReduction="20000"/>
          </a:bodyPr>
          <a:lstStyle/>
          <a:p>
            <a:pPr indent="-148844" lvl="0" marL="100584" rtl="0" algn="l">
              <a:spcBef>
                <a:spcPts val="0"/>
              </a:spcBef>
              <a:spcAft>
                <a:spcPts val="0"/>
              </a:spcAft>
              <a:buSzPts val="2200"/>
              <a:buChar char="●"/>
            </a:pPr>
            <a:r>
              <a:rPr lang="en-US"/>
              <a:t>Web</a:t>
            </a:r>
            <a:endParaRPr/>
          </a:p>
        </p:txBody>
      </p:sp>
      <p:pic>
        <p:nvPicPr>
          <p:cNvPr id="200" name="Google Shape;200;g3c22bb4a7f2_0_5" title="FigmaHomePage.png"/>
          <p:cNvPicPr preferRelativeResize="0"/>
          <p:nvPr/>
        </p:nvPicPr>
        <p:blipFill>
          <a:blip r:embed="rId3">
            <a:alphaModFix/>
          </a:blip>
          <a:stretch>
            <a:fillRect/>
          </a:stretch>
        </p:blipFill>
        <p:spPr>
          <a:xfrm>
            <a:off x="955551" y="1390815"/>
            <a:ext cx="3081733" cy="3211627"/>
          </a:xfrm>
          <a:prstGeom prst="rect">
            <a:avLst/>
          </a:prstGeom>
          <a:noFill/>
          <a:ln>
            <a:noFill/>
          </a:ln>
        </p:spPr>
      </p:pic>
      <p:pic>
        <p:nvPicPr>
          <p:cNvPr id="201" name="Google Shape;201;g3c22bb4a7f2_0_5" title="WebHomePage.png"/>
          <p:cNvPicPr preferRelativeResize="0"/>
          <p:nvPr/>
        </p:nvPicPr>
        <p:blipFill>
          <a:blip r:embed="rId4">
            <a:alphaModFix/>
          </a:blip>
          <a:stretch>
            <a:fillRect/>
          </a:stretch>
        </p:blipFill>
        <p:spPr>
          <a:xfrm>
            <a:off x="4811385" y="1356975"/>
            <a:ext cx="3322200" cy="3307788"/>
          </a:xfrm>
          <a:prstGeom prst="rect">
            <a:avLst/>
          </a:prstGeom>
          <a:noFill/>
          <a:ln>
            <a:noFill/>
          </a:ln>
        </p:spPr>
      </p:pic>
      <p:sp>
        <p:nvSpPr>
          <p:cNvPr id="202" name="Google Shape;202;g3c22bb4a7f2_0_5"/>
          <p:cNvSpPr/>
          <p:nvPr/>
        </p:nvSpPr>
        <p:spPr>
          <a:xfrm>
            <a:off x="4135250" y="2261225"/>
            <a:ext cx="743418" cy="310500"/>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06666"/>
              </a:highlight>
              <a:latin typeface="Lexend"/>
              <a:ea typeface="Lexend"/>
              <a:cs typeface="Lexend"/>
              <a:sym typeface="Lexend"/>
            </a:endParaRPr>
          </a:p>
        </p:txBody>
      </p:sp>
      <p:sp>
        <p:nvSpPr>
          <p:cNvPr id="203" name="Google Shape;203;g3c22bb4a7f2_0_5"/>
          <p:cNvSpPr txBox="1"/>
          <p:nvPr/>
        </p:nvSpPr>
        <p:spPr>
          <a:xfrm>
            <a:off x="4313350" y="2299950"/>
            <a:ext cx="379500" cy="271800"/>
          </a:xfrm>
          <a:prstGeom prst="rect">
            <a:avLst/>
          </a:prstGeom>
          <a:noFill/>
          <a:ln>
            <a:noFill/>
          </a:ln>
        </p:spPr>
        <p:txBody>
          <a:bodyPr anchorCtr="0" anchor="t" bIns="91425" lIns="91425" spcFirstLastPara="1" rIns="91425" wrap="square" tIns="91425">
            <a:normAutofit fontScale="25000"/>
          </a:bodyPr>
          <a:lstStyle/>
          <a:p>
            <a:pPr indent="0" lvl="0" marL="0" rtl="0" algn="l">
              <a:spcBef>
                <a:spcPts val="0"/>
              </a:spcBef>
              <a:spcAft>
                <a:spcPts val="0"/>
              </a:spcAft>
              <a:buNone/>
            </a:pPr>
            <a:r>
              <a:rPr lang="en-US" sz="2000">
                <a:solidFill>
                  <a:schemeClr val="dk1"/>
                </a:solidFill>
                <a:latin typeface="Lexend"/>
                <a:ea typeface="Lexend"/>
                <a:cs typeface="Lexend"/>
                <a:sym typeface="Lexend"/>
              </a:rPr>
              <a:t>SAME </a:t>
            </a:r>
            <a:endParaRPr sz="20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c7c52ec178_0_15"/>
          <p:cNvSpPr txBox="1"/>
          <p:nvPr>
            <p:ph type="title"/>
          </p:nvPr>
        </p:nvSpPr>
        <p:spPr>
          <a:xfrm>
            <a:off x="628721" y="709937"/>
            <a:ext cx="7144200" cy="551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1000"/>
              <a:t>The message section was intentionally relocated for the demo/testing flow. It will be moved to the Login screen afterward.</a:t>
            </a:r>
            <a:endParaRPr sz="1000"/>
          </a:p>
        </p:txBody>
      </p:sp>
      <p:sp>
        <p:nvSpPr>
          <p:cNvPr id="209" name="Google Shape;209;g3c7c52ec178_0_15"/>
          <p:cNvSpPr txBox="1"/>
          <p:nvPr>
            <p:ph idx="1" type="body"/>
          </p:nvPr>
        </p:nvSpPr>
        <p:spPr>
          <a:xfrm>
            <a:off x="768096" y="1634727"/>
            <a:ext cx="1390800" cy="413400"/>
          </a:xfrm>
          <a:prstGeom prst="rect">
            <a:avLst/>
          </a:prstGeom>
        </p:spPr>
        <p:txBody>
          <a:bodyPr anchorCtr="0" anchor="ctr" bIns="45700" lIns="137150" spcFirstLastPara="1" rIns="137150" wrap="square" tIns="45700">
            <a:normAutofit fontScale="92500"/>
          </a:bodyPr>
          <a:lstStyle/>
          <a:p>
            <a:pPr indent="-357822" lvl="0" marL="457200" rtl="0" algn="l">
              <a:spcBef>
                <a:spcPts val="0"/>
              </a:spcBef>
              <a:spcAft>
                <a:spcPts val="0"/>
              </a:spcAft>
              <a:buSzPct val="100000"/>
              <a:buChar char="●"/>
            </a:pPr>
            <a:r>
              <a:rPr lang="en-US"/>
              <a:t>Figma</a:t>
            </a:r>
            <a:endParaRPr/>
          </a:p>
        </p:txBody>
      </p:sp>
      <p:sp>
        <p:nvSpPr>
          <p:cNvPr id="210" name="Google Shape;210;g3c7c52ec178_0_15"/>
          <p:cNvSpPr txBox="1"/>
          <p:nvPr>
            <p:ph idx="3" type="body"/>
          </p:nvPr>
        </p:nvSpPr>
        <p:spPr>
          <a:xfrm>
            <a:off x="839490" y="3013152"/>
            <a:ext cx="1248000" cy="512100"/>
          </a:xfrm>
          <a:prstGeom prst="rect">
            <a:avLst/>
          </a:prstGeom>
        </p:spPr>
        <p:txBody>
          <a:bodyPr anchorCtr="0" anchor="ctr" bIns="45700" lIns="137150" spcFirstLastPara="1" rIns="137150" wrap="square" tIns="45700">
            <a:normAutofit fontScale="92500"/>
          </a:bodyPr>
          <a:lstStyle/>
          <a:p>
            <a:pPr indent="-357822" lvl="0" marL="457200" rtl="0" algn="l">
              <a:spcBef>
                <a:spcPts val="0"/>
              </a:spcBef>
              <a:spcAft>
                <a:spcPts val="0"/>
              </a:spcAft>
              <a:buSzPct val="100000"/>
              <a:buChar char="●"/>
            </a:pPr>
            <a:r>
              <a:rPr lang="en-US"/>
              <a:t>Web</a:t>
            </a:r>
            <a:endParaRPr/>
          </a:p>
        </p:txBody>
      </p:sp>
      <p:pic>
        <p:nvPicPr>
          <p:cNvPr id="211" name="Google Shape;211;g3c7c52ec178_0_15" title="FigmaHeader.png"/>
          <p:cNvPicPr preferRelativeResize="0"/>
          <p:nvPr/>
        </p:nvPicPr>
        <p:blipFill>
          <a:blip r:embed="rId3">
            <a:alphaModFix/>
          </a:blip>
          <a:stretch>
            <a:fillRect/>
          </a:stretch>
        </p:blipFill>
        <p:spPr>
          <a:xfrm>
            <a:off x="2428675" y="1634725"/>
            <a:ext cx="6569325" cy="827825"/>
          </a:xfrm>
          <a:prstGeom prst="rect">
            <a:avLst/>
          </a:prstGeom>
          <a:noFill/>
          <a:ln>
            <a:noFill/>
          </a:ln>
        </p:spPr>
      </p:pic>
      <p:pic>
        <p:nvPicPr>
          <p:cNvPr id="212" name="Google Shape;212;g3c7c52ec178_0_15" title="WebHeader.png"/>
          <p:cNvPicPr preferRelativeResize="0"/>
          <p:nvPr/>
        </p:nvPicPr>
        <p:blipFill>
          <a:blip r:embed="rId4">
            <a:alphaModFix/>
          </a:blip>
          <a:stretch>
            <a:fillRect/>
          </a:stretch>
        </p:blipFill>
        <p:spPr>
          <a:xfrm>
            <a:off x="2428675" y="2896200"/>
            <a:ext cx="6569325" cy="827825"/>
          </a:xfrm>
          <a:prstGeom prst="rect">
            <a:avLst/>
          </a:prstGeom>
          <a:noFill/>
          <a:ln>
            <a:noFill/>
          </a:ln>
        </p:spPr>
      </p:pic>
      <p:sp>
        <p:nvSpPr>
          <p:cNvPr id="213" name="Google Shape;213;g3c7c52ec178_0_15"/>
          <p:cNvSpPr/>
          <p:nvPr/>
        </p:nvSpPr>
        <p:spPr>
          <a:xfrm>
            <a:off x="2888475" y="209075"/>
            <a:ext cx="1912734" cy="3794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 name="Google Shape;214;g3c7c52ec178_0_15"/>
          <p:cNvSpPr txBox="1"/>
          <p:nvPr/>
        </p:nvSpPr>
        <p:spPr>
          <a:xfrm>
            <a:off x="3318238" y="305800"/>
            <a:ext cx="1161600" cy="1860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lang="en-US" sz="900">
                <a:solidFill>
                  <a:schemeClr val="dk1"/>
                </a:solidFill>
                <a:latin typeface="Lexend"/>
                <a:ea typeface="Lexend"/>
                <a:cs typeface="Lexend"/>
                <a:sym typeface="Lexend"/>
              </a:rPr>
              <a:t>Only change</a:t>
            </a:r>
            <a:endParaRPr sz="1200">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6"/>
          <p:cNvSpPr txBox="1"/>
          <p:nvPr>
            <p:ph type="title"/>
          </p:nvPr>
        </p:nvSpPr>
        <p:spPr>
          <a:xfrm>
            <a:off x="2284000" y="199250"/>
            <a:ext cx="3489600" cy="3474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191919"/>
              </a:buClr>
              <a:buSzPts val="3960"/>
              <a:buFont typeface="Twentieth Century"/>
              <a:buNone/>
            </a:pPr>
            <a:r>
              <a:rPr lang="en-US" sz="2960"/>
              <a:t>Sprint </a:t>
            </a:r>
            <a:r>
              <a:rPr lang="en-US" sz="2960"/>
              <a:t>Ceremony</a:t>
            </a:r>
            <a:endParaRPr sz="2960"/>
          </a:p>
        </p:txBody>
      </p:sp>
      <p:sp>
        <p:nvSpPr>
          <p:cNvPr id="220" name="Google Shape;220;p6"/>
          <p:cNvSpPr txBox="1"/>
          <p:nvPr>
            <p:ph idx="1" type="body"/>
          </p:nvPr>
        </p:nvSpPr>
        <p:spPr>
          <a:xfrm>
            <a:off x="617475" y="642150"/>
            <a:ext cx="8061300" cy="1079100"/>
          </a:xfrm>
          <a:prstGeom prst="rect">
            <a:avLst/>
          </a:prstGeom>
          <a:noFill/>
          <a:ln>
            <a:noFill/>
          </a:ln>
        </p:spPr>
        <p:txBody>
          <a:bodyPr anchorCtr="0" anchor="t" bIns="45700" lIns="45700" spcFirstLastPara="1" rIns="45700" wrap="square" tIns="45700">
            <a:normAutofit fontScale="25000" lnSpcReduction="20000"/>
          </a:bodyPr>
          <a:lstStyle/>
          <a:p>
            <a:pPr indent="0" lvl="0" marL="91440" rtl="0" algn="l">
              <a:lnSpc>
                <a:spcPct val="90000"/>
              </a:lnSpc>
              <a:spcBef>
                <a:spcPts val="0"/>
              </a:spcBef>
              <a:spcAft>
                <a:spcPts val="0"/>
              </a:spcAft>
              <a:buSzPct val="100000"/>
              <a:buNone/>
            </a:pPr>
            <a:r>
              <a:t/>
            </a:r>
            <a:endParaRPr/>
          </a:p>
          <a:p>
            <a:pPr indent="0" lvl="0" marL="457200" rtl="0" algn="l">
              <a:lnSpc>
                <a:spcPct val="90000"/>
              </a:lnSpc>
              <a:spcBef>
                <a:spcPts val="1400"/>
              </a:spcBef>
              <a:spcAft>
                <a:spcPts val="0"/>
              </a:spcAft>
              <a:buNone/>
            </a:pPr>
            <a:r>
              <a:rPr lang="en-US" sz="5600"/>
              <a:t>We hold Daily Scrum meetings every Tuesday and Thursday, and the whole team attends. We review our tasks, share progress and what we’ve completed, and raise any issues or challenges. We then continue with the planned work.</a:t>
            </a:r>
            <a:endParaRPr sz="5600"/>
          </a:p>
          <a:p>
            <a:pPr indent="0" lvl="0" marL="457200" rtl="0" algn="l">
              <a:lnSpc>
                <a:spcPct val="90000"/>
              </a:lnSpc>
              <a:spcBef>
                <a:spcPts val="1400"/>
              </a:spcBef>
              <a:spcAft>
                <a:spcPts val="0"/>
              </a:spcAft>
              <a:buNone/>
            </a:pPr>
            <a:r>
              <a:t/>
            </a:r>
            <a:endParaRPr sz="6811"/>
          </a:p>
          <a:p>
            <a:pPr indent="0" lvl="0" marL="457200" rtl="0" algn="l">
              <a:lnSpc>
                <a:spcPct val="90000"/>
              </a:lnSpc>
              <a:spcBef>
                <a:spcPts val="1400"/>
              </a:spcBef>
              <a:spcAft>
                <a:spcPts val="0"/>
              </a:spcAft>
              <a:buNone/>
            </a:pPr>
            <a:r>
              <a:t/>
            </a:r>
            <a:endParaRPr/>
          </a:p>
        </p:txBody>
      </p:sp>
      <p:pic>
        <p:nvPicPr>
          <p:cNvPr id="221" name="Google Shape;221;p6" title="Trello.png"/>
          <p:cNvPicPr preferRelativeResize="0"/>
          <p:nvPr/>
        </p:nvPicPr>
        <p:blipFill>
          <a:blip r:embed="rId3">
            <a:alphaModFix/>
          </a:blip>
          <a:stretch>
            <a:fillRect/>
          </a:stretch>
        </p:blipFill>
        <p:spPr>
          <a:xfrm>
            <a:off x="875075" y="2199275"/>
            <a:ext cx="4593274" cy="2749074"/>
          </a:xfrm>
          <a:prstGeom prst="rect">
            <a:avLst/>
          </a:prstGeom>
          <a:noFill/>
          <a:ln>
            <a:noFill/>
          </a:ln>
        </p:spPr>
      </p:pic>
      <p:pic>
        <p:nvPicPr>
          <p:cNvPr id="222" name="Google Shape;222;p6" title="meeting.png"/>
          <p:cNvPicPr preferRelativeResize="0"/>
          <p:nvPr/>
        </p:nvPicPr>
        <p:blipFill>
          <a:blip r:embed="rId4">
            <a:alphaModFix/>
          </a:blip>
          <a:stretch>
            <a:fillRect/>
          </a:stretch>
        </p:blipFill>
        <p:spPr>
          <a:xfrm>
            <a:off x="5657650" y="2199275"/>
            <a:ext cx="1896025" cy="27808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931b75bab3_0_6"/>
          <p:cNvSpPr txBox="1"/>
          <p:nvPr>
            <p:ph type="title"/>
          </p:nvPr>
        </p:nvSpPr>
        <p:spPr>
          <a:xfrm>
            <a:off x="768100" y="329100"/>
            <a:ext cx="8081400" cy="1124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191919"/>
              </a:buClr>
              <a:buSzPct val="100000"/>
              <a:buFont typeface="Twentieth Century"/>
              <a:buNone/>
            </a:pPr>
            <a:r>
              <a:rPr lang="en-US"/>
              <a:t>Remaining Tasks / Next Sprint</a:t>
            </a:r>
            <a:endParaRPr/>
          </a:p>
        </p:txBody>
      </p:sp>
      <p:sp>
        <p:nvSpPr>
          <p:cNvPr id="228" name="Google Shape;228;g3931b75bab3_0_6"/>
          <p:cNvSpPr txBox="1"/>
          <p:nvPr>
            <p:ph idx="1" type="body"/>
          </p:nvPr>
        </p:nvSpPr>
        <p:spPr>
          <a:xfrm>
            <a:off x="768100" y="1496225"/>
            <a:ext cx="7927800" cy="3054900"/>
          </a:xfrm>
          <a:prstGeom prst="rect">
            <a:avLst/>
          </a:prstGeom>
          <a:noFill/>
          <a:ln>
            <a:noFill/>
          </a:ln>
        </p:spPr>
        <p:txBody>
          <a:bodyPr anchorCtr="0" anchor="t" bIns="45700" lIns="45700" spcFirstLastPara="1" rIns="45700" wrap="square" tIns="45700">
            <a:noAutofit/>
          </a:bodyPr>
          <a:lstStyle/>
          <a:p>
            <a:pPr indent="0" lvl="0" marL="457200" rtl="0" algn="l">
              <a:lnSpc>
                <a:spcPct val="115000"/>
              </a:lnSpc>
              <a:spcBef>
                <a:spcPts val="1400"/>
              </a:spcBef>
              <a:spcAft>
                <a:spcPts val="0"/>
              </a:spcAft>
              <a:buNone/>
            </a:pPr>
            <a:r>
              <a:rPr b="1" lang="en-US" sz="1350"/>
              <a:t>Plans:</a:t>
            </a:r>
            <a:endParaRPr b="1" sz="1350"/>
          </a:p>
          <a:p>
            <a:pPr indent="-306387" lvl="0" marL="457200" rtl="0" algn="l">
              <a:lnSpc>
                <a:spcPct val="115000"/>
              </a:lnSpc>
              <a:spcBef>
                <a:spcPts val="1400"/>
              </a:spcBef>
              <a:spcAft>
                <a:spcPts val="0"/>
              </a:spcAft>
              <a:buSzPts val="1225"/>
              <a:buChar char="●"/>
            </a:pPr>
            <a:r>
              <a:rPr lang="en-US" sz="1350"/>
              <a:t>Start implementing new user‑facing features such as messaging, notifications and rating system.</a:t>
            </a:r>
            <a:endParaRPr sz="1350"/>
          </a:p>
          <a:p>
            <a:pPr indent="-306387" lvl="0" marL="457200" rtl="0" algn="l">
              <a:lnSpc>
                <a:spcPct val="115000"/>
              </a:lnSpc>
              <a:spcBef>
                <a:spcPts val="0"/>
              </a:spcBef>
              <a:spcAft>
                <a:spcPts val="0"/>
              </a:spcAft>
              <a:buSzPts val="1225"/>
              <a:buChar char="●"/>
            </a:pPr>
            <a:r>
              <a:rPr lang="en-US" sz="1350"/>
              <a:t>Strengthen the connection between frontend and backend so all new endpoints are fully integrated and visible in the UI.</a:t>
            </a:r>
            <a:endParaRPr sz="1350"/>
          </a:p>
          <a:p>
            <a:pPr indent="0" lvl="0" marL="457200" rtl="0" algn="l">
              <a:lnSpc>
                <a:spcPct val="115000"/>
              </a:lnSpc>
              <a:spcBef>
                <a:spcPts val="1400"/>
              </a:spcBef>
              <a:spcAft>
                <a:spcPts val="0"/>
              </a:spcAft>
              <a:buSzPts val="688"/>
              <a:buNone/>
            </a:pPr>
            <a:r>
              <a:rPr b="1" lang="en-US" sz="1350"/>
              <a:t>Risks or blockers to address:</a:t>
            </a:r>
            <a:endParaRPr b="1" sz="1350"/>
          </a:p>
          <a:p>
            <a:pPr indent="-306387" lvl="0" marL="457200" rtl="0" algn="l">
              <a:lnSpc>
                <a:spcPct val="115000"/>
              </a:lnSpc>
              <a:spcBef>
                <a:spcPts val="1400"/>
              </a:spcBef>
              <a:spcAft>
                <a:spcPts val="0"/>
              </a:spcAft>
              <a:buSzPts val="1225"/>
              <a:buChar char="●"/>
            </a:pPr>
            <a:r>
              <a:rPr lang="en-US" sz="1350"/>
              <a:t>Frontend–backend integration </a:t>
            </a:r>
            <a:r>
              <a:rPr lang="en-US" sz="1350"/>
              <a:t>may </a:t>
            </a:r>
            <a:r>
              <a:rPr lang="en-US" sz="1350"/>
              <a:t>require additional coordination</a:t>
            </a:r>
            <a:endParaRPr sz="1350"/>
          </a:p>
          <a:p>
            <a:pPr indent="-306387" lvl="0" marL="457200" rtl="0" algn="l">
              <a:lnSpc>
                <a:spcPct val="115000"/>
              </a:lnSpc>
              <a:spcBef>
                <a:spcPts val="0"/>
              </a:spcBef>
              <a:spcAft>
                <a:spcPts val="0"/>
              </a:spcAft>
              <a:buSzPts val="1225"/>
              <a:buChar char="●"/>
            </a:pPr>
            <a:r>
              <a:rPr lang="en-US" sz="1350"/>
              <a:t>Real‑time features like messaging or notifications </a:t>
            </a:r>
            <a:r>
              <a:rPr lang="en-US" sz="1350"/>
              <a:t>introduce </a:t>
            </a:r>
            <a:r>
              <a:rPr lang="en-US" sz="1350"/>
              <a:t>technical complexity.</a:t>
            </a:r>
            <a:endParaRPr sz="1350"/>
          </a:p>
          <a:p>
            <a:pPr indent="-306387" lvl="0" marL="457200" rtl="0" algn="l">
              <a:lnSpc>
                <a:spcPct val="115000"/>
              </a:lnSpc>
              <a:spcBef>
                <a:spcPts val="0"/>
              </a:spcBef>
              <a:spcAft>
                <a:spcPts val="0"/>
              </a:spcAft>
              <a:buSzPts val="1225"/>
              <a:buChar char="●"/>
            </a:pPr>
            <a:r>
              <a:rPr lang="en-US" sz="1350"/>
              <a:t>Role‑based access for the admin panel needs careful planning to avoid security risks.</a:t>
            </a:r>
            <a:endParaRPr sz="135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93c183cece_1_0"/>
          <p:cNvSpPr txBox="1"/>
          <p:nvPr>
            <p:ph type="title"/>
          </p:nvPr>
        </p:nvSpPr>
        <p:spPr>
          <a:xfrm>
            <a:off x="2698578" y="93300"/>
            <a:ext cx="3483900" cy="356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2760"/>
              <a:t>Team contribution</a:t>
            </a:r>
            <a:endParaRPr sz="2760"/>
          </a:p>
        </p:txBody>
      </p:sp>
      <p:graphicFrame>
        <p:nvGraphicFramePr>
          <p:cNvPr id="234" name="Google Shape;234;g393c183cece_1_0"/>
          <p:cNvGraphicFramePr/>
          <p:nvPr/>
        </p:nvGraphicFramePr>
        <p:xfrm>
          <a:off x="914775" y="1027225"/>
          <a:ext cx="3000000" cy="3000000"/>
        </p:xfrm>
        <a:graphic>
          <a:graphicData uri="http://schemas.openxmlformats.org/drawingml/2006/table">
            <a:tbl>
              <a:tblPr>
                <a:noFill/>
                <a:tableStyleId>{391958EF-A23F-48D7-8E5F-AF101CA9EFBA}</a:tableStyleId>
              </a:tblPr>
              <a:tblGrid>
                <a:gridCol w="3804225"/>
                <a:gridCol w="3726550"/>
              </a:tblGrid>
              <a:tr h="381000">
                <a:tc>
                  <a:txBody>
                    <a:bodyPr/>
                    <a:lstStyle/>
                    <a:p>
                      <a:pPr indent="0" lvl="0" marL="0" rtl="0" algn="l">
                        <a:spcBef>
                          <a:spcPts val="0"/>
                        </a:spcBef>
                        <a:spcAft>
                          <a:spcPts val="0"/>
                        </a:spcAft>
                        <a:buNone/>
                      </a:pPr>
                      <a:r>
                        <a:rPr lang="en-US">
                          <a:latin typeface="Lexend"/>
                          <a:ea typeface="Lexend"/>
                          <a:cs typeface="Lexend"/>
                          <a:sym typeface="Lexend"/>
                        </a:rPr>
                        <a:t>Member </a:t>
                      </a:r>
                      <a:endParaRPr>
                        <a:latin typeface="Lexend"/>
                        <a:ea typeface="Lexend"/>
                        <a:cs typeface="Lexend"/>
                        <a:sym typeface="Lexend"/>
                      </a:endParaRPr>
                    </a:p>
                  </a:txBody>
                  <a:tcPr marT="91425" marB="91425" marR="91425" marL="1097275"/>
                </a:tc>
                <a:tc>
                  <a:txBody>
                    <a:bodyPr/>
                    <a:lstStyle/>
                    <a:p>
                      <a:pPr indent="0" lvl="0" marL="0" rtl="0" algn="l">
                        <a:spcBef>
                          <a:spcPts val="0"/>
                        </a:spcBef>
                        <a:spcAft>
                          <a:spcPts val="0"/>
                        </a:spcAft>
                        <a:buNone/>
                      </a:pPr>
                      <a:r>
                        <a:rPr lang="en-US">
                          <a:latin typeface="Lexend"/>
                          <a:ea typeface="Lexend"/>
                          <a:cs typeface="Lexend"/>
                          <a:sym typeface="Lexend"/>
                        </a:rPr>
                        <a:t>Key Contribution </a:t>
                      </a:r>
                      <a:endParaRPr>
                        <a:latin typeface="Lexend"/>
                        <a:ea typeface="Lexend"/>
                        <a:cs typeface="Lexend"/>
                        <a:sym typeface="Lexend"/>
                      </a:endParaRPr>
                    </a:p>
                  </a:txBody>
                  <a:tcPr marT="91425" marB="91425" marR="182875" marL="731500"/>
                </a:tc>
              </a:tr>
              <a:tr h="381000">
                <a:tc>
                  <a:txBody>
                    <a:bodyPr/>
                    <a:lstStyle/>
                    <a:p>
                      <a:pPr indent="0" lvl="0" marL="0" rtl="0" algn="l">
                        <a:spcBef>
                          <a:spcPts val="0"/>
                        </a:spcBef>
                        <a:spcAft>
                          <a:spcPts val="0"/>
                        </a:spcAft>
                        <a:buNone/>
                      </a:pPr>
                      <a:r>
                        <a:rPr lang="en-US">
                          <a:latin typeface="Lexend"/>
                          <a:ea typeface="Lexend"/>
                          <a:cs typeface="Lexend"/>
                          <a:sym typeface="Lexend"/>
                        </a:rPr>
                        <a:t>Maria</a:t>
                      </a:r>
                      <a:endParaRPr>
                        <a:latin typeface="Lexend"/>
                        <a:ea typeface="Lexend"/>
                        <a:cs typeface="Lexend"/>
                        <a:sym typeface="Lexend"/>
                      </a:endParaRPr>
                    </a:p>
                  </a:txBody>
                  <a:tcPr marT="91425" marB="91425" marR="91425" marL="1097275"/>
                </a:tc>
                <a:tc>
                  <a:txBody>
                    <a:bodyPr/>
                    <a:lstStyle/>
                    <a:p>
                      <a:pPr indent="0" lvl="0" marL="0" rtl="0" algn="l">
                        <a:spcBef>
                          <a:spcPts val="0"/>
                        </a:spcBef>
                        <a:spcAft>
                          <a:spcPts val="0"/>
                        </a:spcAft>
                        <a:buNone/>
                      </a:pPr>
                      <a:r>
                        <a:rPr lang="en-US">
                          <a:latin typeface="Lexend"/>
                          <a:ea typeface="Lexend"/>
                          <a:cs typeface="Lexend"/>
                          <a:sym typeface="Lexend"/>
                        </a:rPr>
                        <a:t>Authentication, Posts, Location API endpoints, MongoDB integration, user and post models, backend validation, AI endpoint, Postman testing, PR Review</a:t>
                      </a:r>
                      <a:endParaRPr>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US">
                          <a:latin typeface="Lexend"/>
                          <a:ea typeface="Lexend"/>
                          <a:cs typeface="Lexend"/>
                          <a:sym typeface="Lexend"/>
                        </a:rPr>
                        <a:t>Mikael</a:t>
                      </a:r>
                      <a:endParaRPr>
                        <a:latin typeface="Lexend"/>
                        <a:ea typeface="Lexend"/>
                        <a:cs typeface="Lexend"/>
                        <a:sym typeface="Lexend"/>
                      </a:endParaRPr>
                    </a:p>
                  </a:txBody>
                  <a:tcPr marT="91425" marB="91425" marR="91425" marL="1097275"/>
                </a:tc>
                <a:tc>
                  <a:txBody>
                    <a:bodyPr/>
                    <a:lstStyle/>
                    <a:p>
                      <a:pPr indent="0" lvl="0" marL="0" rtl="0" algn="l">
                        <a:spcBef>
                          <a:spcPts val="0"/>
                        </a:spcBef>
                        <a:spcAft>
                          <a:spcPts val="0"/>
                        </a:spcAft>
                        <a:buNone/>
                      </a:pPr>
                      <a:r>
                        <a:rPr lang="en-US">
                          <a:latin typeface="Lexend"/>
                          <a:ea typeface="Lexend"/>
                          <a:cs typeface="Lexend"/>
                          <a:sym typeface="Lexend"/>
                        </a:rPr>
                        <a:t>User profile backend</a:t>
                      </a:r>
                      <a:endParaRPr>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US">
                          <a:latin typeface="Lexend"/>
                          <a:ea typeface="Lexend"/>
                          <a:cs typeface="Lexend"/>
                          <a:sym typeface="Lexend"/>
                        </a:rPr>
                        <a:t>Markus</a:t>
                      </a:r>
                      <a:endParaRPr>
                        <a:latin typeface="Lexend"/>
                        <a:ea typeface="Lexend"/>
                        <a:cs typeface="Lexend"/>
                        <a:sym typeface="Lexend"/>
                      </a:endParaRPr>
                    </a:p>
                  </a:txBody>
                  <a:tcPr marT="91425" marB="91425" marR="91425" marL="1097275"/>
                </a:tc>
                <a:tc>
                  <a:txBody>
                    <a:bodyPr/>
                    <a:lstStyle/>
                    <a:p>
                      <a:pPr indent="0" lvl="0" marL="0" rtl="0" algn="l">
                        <a:spcBef>
                          <a:spcPts val="0"/>
                        </a:spcBef>
                        <a:spcAft>
                          <a:spcPts val="0"/>
                        </a:spcAft>
                        <a:buNone/>
                      </a:pPr>
                      <a:r>
                        <a:rPr lang="en-US">
                          <a:latin typeface="Lexend"/>
                          <a:ea typeface="Lexend"/>
                          <a:cs typeface="Lexend"/>
                          <a:sym typeface="Lexend"/>
                        </a:rPr>
                        <a:t>Product Owner. Login, registration, search box, admin panel. Reviewing pull requests and code.</a:t>
                      </a:r>
                      <a:endParaRPr>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US">
                          <a:latin typeface="Lexend"/>
                          <a:ea typeface="Lexend"/>
                          <a:cs typeface="Lexend"/>
                          <a:sym typeface="Lexend"/>
                        </a:rPr>
                        <a:t>Minoo</a:t>
                      </a:r>
                      <a:endParaRPr>
                        <a:latin typeface="Lexend"/>
                        <a:ea typeface="Lexend"/>
                        <a:cs typeface="Lexend"/>
                        <a:sym typeface="Lexend"/>
                      </a:endParaRPr>
                    </a:p>
                  </a:txBody>
                  <a:tcPr marT="91425" marB="91425" marR="91425" marL="1097275"/>
                </a:tc>
                <a:tc>
                  <a:txBody>
                    <a:bodyPr/>
                    <a:lstStyle/>
                    <a:p>
                      <a:pPr indent="0" lvl="0" marL="0" rtl="0" algn="l">
                        <a:spcBef>
                          <a:spcPts val="0"/>
                        </a:spcBef>
                        <a:spcAft>
                          <a:spcPts val="0"/>
                        </a:spcAft>
                        <a:buClr>
                          <a:schemeClr val="dk1"/>
                        </a:buClr>
                        <a:buSzPts val="1100"/>
                        <a:buFont typeface="Arial"/>
                        <a:buNone/>
                      </a:pPr>
                      <a:r>
                        <a:rPr lang="en-US">
                          <a:latin typeface="Lexend"/>
                          <a:ea typeface="Lexend"/>
                          <a:cs typeface="Lexend"/>
                          <a:sym typeface="Lexend"/>
                        </a:rPr>
                        <a:t>Scrum Master (Weeks 4–5): facilitated daily stand-ups, sprint planning.</a:t>
                      </a:r>
                      <a:endParaRPr>
                        <a:latin typeface="Lexend"/>
                        <a:ea typeface="Lexend"/>
                        <a:cs typeface="Lexend"/>
                        <a:sym typeface="Lexend"/>
                      </a:endParaRPr>
                    </a:p>
                    <a:p>
                      <a:pPr indent="0" lvl="0" marL="0" rtl="0" algn="l">
                        <a:spcBef>
                          <a:spcPts val="0"/>
                        </a:spcBef>
                        <a:spcAft>
                          <a:spcPts val="0"/>
                        </a:spcAft>
                        <a:buNone/>
                      </a:pPr>
                      <a:r>
                        <a:rPr lang="en-US">
                          <a:latin typeface="Lexend"/>
                          <a:ea typeface="Lexend"/>
                          <a:cs typeface="Lexend"/>
                          <a:sym typeface="Lexend"/>
                        </a:rPr>
                        <a:t>Frontend: built/updated Header, Footer, Hero, Posts, and Message components.</a:t>
                      </a:r>
                      <a:endParaRPr>
                        <a:latin typeface="Lexend"/>
                        <a:ea typeface="Lexend"/>
                        <a:cs typeface="Lexend"/>
                        <a:sym typeface="Lexend"/>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7"/>
          <p:cNvSpPr txBox="1"/>
          <p:nvPr>
            <p:ph type="title"/>
          </p:nvPr>
        </p:nvSpPr>
        <p:spPr>
          <a:xfrm>
            <a:off x="768100" y="438900"/>
            <a:ext cx="73599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Summary and closing </a:t>
            </a:r>
            <a:r>
              <a:rPr lang="en-US" sz="4400" cap="none">
                <a:solidFill>
                  <a:srgbClr val="191919"/>
                </a:solidFill>
              </a:rPr>
              <a:t> </a:t>
            </a:r>
            <a:endParaRPr/>
          </a:p>
        </p:txBody>
      </p:sp>
      <p:sp>
        <p:nvSpPr>
          <p:cNvPr id="240" name="Google Shape;240;p7"/>
          <p:cNvSpPr txBox="1"/>
          <p:nvPr>
            <p:ph idx="1" type="body"/>
          </p:nvPr>
        </p:nvSpPr>
        <p:spPr>
          <a:xfrm>
            <a:off x="478850" y="1563601"/>
            <a:ext cx="7779000" cy="2680500"/>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1400"/>
              </a:spcBef>
              <a:spcAft>
                <a:spcPts val="0"/>
              </a:spcAft>
              <a:buNone/>
            </a:pPr>
            <a:r>
              <a:rPr lang="en-US"/>
              <a:t>     </a:t>
            </a:r>
            <a:endParaRPr/>
          </a:p>
          <a:p>
            <a:pPr indent="-342900" lvl="0" marL="457200" rtl="0" algn="l">
              <a:lnSpc>
                <a:spcPct val="90000"/>
              </a:lnSpc>
              <a:spcBef>
                <a:spcPts val="1400"/>
              </a:spcBef>
              <a:spcAft>
                <a:spcPts val="0"/>
              </a:spcAft>
              <a:buSzPts val="1800"/>
              <a:buChar char="●"/>
            </a:pPr>
            <a:r>
              <a:rPr lang="en-US"/>
              <a:t>The biggest achievement in Sprint 2 was staying on track with the plan and making steady progress. Huge thanks to both the backend and frontend teams for their strong effort. We still have a long road ahead, but this was an important step forward.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2"/>
          <p:cNvSpPr txBox="1"/>
          <p:nvPr>
            <p:ph type="title"/>
          </p:nvPr>
        </p:nvSpPr>
        <p:spPr>
          <a:xfrm>
            <a:off x="768096" y="438912"/>
            <a:ext cx="7290000" cy="1124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191919"/>
              </a:buClr>
              <a:buSzPts val="4400"/>
              <a:buFont typeface="Twentieth Century"/>
              <a:buNone/>
            </a:pPr>
            <a:r>
              <a:rPr lang="en-US"/>
              <a:t>THANK YOU</a:t>
            </a:r>
            <a:endParaRPr/>
          </a:p>
        </p:txBody>
      </p:sp>
      <p:sp>
        <p:nvSpPr>
          <p:cNvPr id="246" name="Google Shape;246;p12"/>
          <p:cNvSpPr txBox="1"/>
          <p:nvPr>
            <p:ph idx="4294967295" type="body"/>
          </p:nvPr>
        </p:nvSpPr>
        <p:spPr>
          <a:xfrm>
            <a:off x="768100" y="1680244"/>
            <a:ext cx="7290000" cy="2760300"/>
          </a:xfrm>
          <a:prstGeom prst="rect">
            <a:avLst/>
          </a:prstGeom>
          <a:noFill/>
          <a:ln>
            <a:noFill/>
          </a:ln>
        </p:spPr>
        <p:txBody>
          <a:bodyPr anchorCtr="0" anchor="t" bIns="45700" lIns="45700" spcFirstLastPara="1" rIns="45700" wrap="square" tIns="45700">
            <a:normAutofit/>
          </a:bodyPr>
          <a:lstStyle/>
          <a:p>
            <a:pPr indent="0" lvl="0" marL="457200" rtl="0" algn="l">
              <a:lnSpc>
                <a:spcPct val="150000"/>
              </a:lnSpc>
              <a:spcBef>
                <a:spcPts val="0"/>
              </a:spcBef>
              <a:spcAft>
                <a:spcPts val="0"/>
              </a:spcAft>
              <a:buSzPts val="2000"/>
              <a:buNone/>
            </a:pPr>
            <a:r>
              <a:t/>
            </a:r>
            <a:endParaRPr/>
          </a:p>
          <a:p>
            <a:pPr indent="-355600" lvl="0" marL="457200" rtl="0" algn="l">
              <a:lnSpc>
                <a:spcPct val="150000"/>
              </a:lnSpc>
              <a:spcBef>
                <a:spcPts val="0"/>
              </a:spcBef>
              <a:spcAft>
                <a:spcPts val="0"/>
              </a:spcAft>
              <a:buSzPts val="2000"/>
              <a:buChar char="●"/>
            </a:pPr>
            <a:r>
              <a:rPr lang="en-US"/>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Green">
      <a:dk1>
        <a:srgbClr val="000000"/>
      </a:dk1>
      <a:lt1>
        <a:srgbClr val="FFFFFF"/>
      </a:lt1>
      <a:dk2>
        <a:srgbClr val="455F51"/>
      </a:dk2>
      <a:lt2>
        <a:srgbClr val="E3DED1"/>
      </a:lt2>
      <a:accent1>
        <a:srgbClr val="02A23F"/>
      </a:accent1>
      <a:accent2>
        <a:srgbClr val="1F6C4A"/>
      </a:accent2>
      <a:accent3>
        <a:srgbClr val="354253"/>
      </a:accent3>
      <a:accent4>
        <a:srgbClr val="029676"/>
      </a:accent4>
      <a:accent5>
        <a:srgbClr val="4AB5C4"/>
      </a:accent5>
      <a:accent6>
        <a:srgbClr val="0989B1"/>
      </a:accent6>
      <a:hlink>
        <a:srgbClr val="02A23F"/>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